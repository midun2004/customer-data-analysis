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5" r:id="rId2"/>
    <p:sldId id="256" r:id="rId3"/>
    <p:sldId id="260" r:id="rId4"/>
    <p:sldId id="261" r:id="rId5"/>
    <p:sldId id="262" r:id="rId6"/>
    <p:sldId id="264" r:id="rId7"/>
    <p:sldId id="265" r:id="rId8"/>
    <p:sldId id="266" r:id="rId9"/>
    <p:sldId id="267" r:id="rId10"/>
    <p:sldId id="268" r:id="rId11"/>
    <p:sldId id="272" r:id="rId12"/>
    <p:sldId id="269" r:id="rId13"/>
    <p:sldId id="271" r:id="rId14"/>
    <p:sldId id="270" r:id="rId15"/>
    <p:sldId id="273" r:id="rId16"/>
    <p:sldId id="274" r:id="rId17"/>
    <p:sldId id="275" r:id="rId18"/>
    <p:sldId id="277" r:id="rId19"/>
    <p:sldId id="279" r:id="rId20"/>
    <p:sldId id="278" r:id="rId21"/>
    <p:sldId id="282" r:id="rId22"/>
    <p:sldId id="280" r:id="rId23"/>
    <p:sldId id="2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96C6"/>
    <a:srgbClr val="5C7B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A983B4-0F33-FBD3-0773-E3910D973215}" v="33" dt="2025-12-08T15:04:56"/>
    <p1510:client id="{E7C6A91B-24EB-4FB0-8E3E-64F84B254F4E}" v="901" dt="2025-12-09T12:42:11.5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603" autoAdjust="0"/>
  </p:normalViewPr>
  <p:slideViewPr>
    <p:cSldViewPr snapToGrid="0">
      <p:cViewPr>
        <p:scale>
          <a:sx n="94" d="100"/>
          <a:sy n="94" d="100"/>
        </p:scale>
        <p:origin x="37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ka Ramesh" userId="18e4a5fe4ef239f9" providerId="LiveId" clId="{3C0089E2-22E1-4AFE-A04D-7911EBF8E18C}"/>
    <pc:docChg chg="undo custSel addSld delSld modSld sldOrd">
      <pc:chgData name="Monika Ramesh" userId="18e4a5fe4ef239f9" providerId="LiveId" clId="{3C0089E2-22E1-4AFE-A04D-7911EBF8E18C}" dt="2025-12-09T12:42:11.591" v="6594" actId="1076"/>
      <pc:docMkLst>
        <pc:docMk/>
      </pc:docMkLst>
      <pc:sldChg chg="modSp mod">
        <pc:chgData name="Monika Ramesh" userId="18e4a5fe4ef239f9" providerId="LiveId" clId="{3C0089E2-22E1-4AFE-A04D-7911EBF8E18C}" dt="2025-12-09T10:49:53.924" v="5348"/>
        <pc:sldMkLst>
          <pc:docMk/>
          <pc:sldMk cId="4043889334" sldId="256"/>
        </pc:sldMkLst>
        <pc:spChg chg="mod">
          <ac:chgData name="Monika Ramesh" userId="18e4a5fe4ef239f9" providerId="LiveId" clId="{3C0089E2-22E1-4AFE-A04D-7911EBF8E18C}" dt="2025-12-08T14:53:40.135" v="5071" actId="207"/>
          <ac:spMkLst>
            <pc:docMk/>
            <pc:sldMk cId="4043889334" sldId="256"/>
            <ac:spMk id="2" creationId="{B77B044B-7E3F-0207-A91C-9617132321BB}"/>
          </ac:spMkLst>
        </pc:spChg>
        <pc:spChg chg="mod">
          <ac:chgData name="Monika Ramesh" userId="18e4a5fe4ef239f9" providerId="LiveId" clId="{3C0089E2-22E1-4AFE-A04D-7911EBF8E18C}" dt="2025-12-09T10:49:53.924" v="5348"/>
          <ac:spMkLst>
            <pc:docMk/>
            <pc:sldMk cId="4043889334" sldId="256"/>
            <ac:spMk id="3" creationId="{5F3F74FE-AC24-D857-E1FE-A07BBC7BC162}"/>
          </ac:spMkLst>
        </pc:spChg>
      </pc:sldChg>
      <pc:sldChg chg="modSp del mod">
        <pc:chgData name="Monika Ramesh" userId="18e4a5fe4ef239f9" providerId="LiveId" clId="{3C0089E2-22E1-4AFE-A04D-7911EBF8E18C}" dt="2025-12-08T06:33:50.727" v="371" actId="2696"/>
        <pc:sldMkLst>
          <pc:docMk/>
          <pc:sldMk cId="1013682673" sldId="257"/>
        </pc:sldMkLst>
        <pc:spChg chg="mod">
          <ac:chgData name="Monika Ramesh" userId="18e4a5fe4ef239f9" providerId="LiveId" clId="{3C0089E2-22E1-4AFE-A04D-7911EBF8E18C}" dt="2025-12-08T06:33:44.843" v="370" actId="20577"/>
          <ac:spMkLst>
            <pc:docMk/>
            <pc:sldMk cId="1013682673" sldId="257"/>
            <ac:spMk id="2" creationId="{B2773D7D-7E41-9A2E-8B7F-F3E4CB6B9E12}"/>
          </ac:spMkLst>
        </pc:spChg>
      </pc:sldChg>
      <pc:sldChg chg="addSp delSp modSp del mod">
        <pc:chgData name="Monika Ramesh" userId="18e4a5fe4ef239f9" providerId="LiveId" clId="{3C0089E2-22E1-4AFE-A04D-7911EBF8E18C}" dt="2025-12-08T06:53:31.482" v="620" actId="2696"/>
        <pc:sldMkLst>
          <pc:docMk/>
          <pc:sldMk cId="2966015833" sldId="258"/>
        </pc:sldMkLst>
        <pc:spChg chg="mod">
          <ac:chgData name="Monika Ramesh" userId="18e4a5fe4ef239f9" providerId="LiveId" clId="{3C0089E2-22E1-4AFE-A04D-7911EBF8E18C}" dt="2025-12-08T06:36:00.631" v="379" actId="207"/>
          <ac:spMkLst>
            <pc:docMk/>
            <pc:sldMk cId="2966015833" sldId="258"/>
            <ac:spMk id="3" creationId="{CECA98E7-EA5F-1DA5-E17B-89672CAADE4B}"/>
          </ac:spMkLst>
        </pc:spChg>
        <pc:spChg chg="mod">
          <ac:chgData name="Monika Ramesh" userId="18e4a5fe4ef239f9" providerId="LiveId" clId="{3C0089E2-22E1-4AFE-A04D-7911EBF8E18C}" dt="2025-12-08T06:35:46.550" v="378" actId="207"/>
          <ac:spMkLst>
            <pc:docMk/>
            <pc:sldMk cId="2966015833" sldId="258"/>
            <ac:spMk id="6" creationId="{733AABB7-CB0F-4966-75B0-99D7E37DE4EE}"/>
          </ac:spMkLst>
        </pc:spChg>
      </pc:sldChg>
      <pc:sldChg chg="new del">
        <pc:chgData name="Monika Ramesh" userId="18e4a5fe4ef239f9" providerId="LiveId" clId="{3C0089E2-22E1-4AFE-A04D-7911EBF8E18C}" dt="2025-12-08T06:40:07.995" v="399" actId="2696"/>
        <pc:sldMkLst>
          <pc:docMk/>
          <pc:sldMk cId="898607515" sldId="259"/>
        </pc:sldMkLst>
      </pc:sldChg>
      <pc:sldChg chg="addSp modSp new mod">
        <pc:chgData name="Monika Ramesh" userId="18e4a5fe4ef239f9" providerId="LiveId" clId="{3C0089E2-22E1-4AFE-A04D-7911EBF8E18C}" dt="2025-12-08T09:40:07.918" v="2939" actId="207"/>
        <pc:sldMkLst>
          <pc:docMk/>
          <pc:sldMk cId="2248597381" sldId="260"/>
        </pc:sldMkLst>
        <pc:spChg chg="add mod">
          <ac:chgData name="Monika Ramesh" userId="18e4a5fe4ef239f9" providerId="LiveId" clId="{3C0089E2-22E1-4AFE-A04D-7911EBF8E18C}" dt="2025-12-08T09:40:07.918" v="2939" actId="207"/>
          <ac:spMkLst>
            <pc:docMk/>
            <pc:sldMk cId="2248597381" sldId="260"/>
            <ac:spMk id="2" creationId="{5265AAD7-DB50-F688-F6FA-B43D626E4D70}"/>
          </ac:spMkLst>
        </pc:spChg>
        <pc:spChg chg="add mod">
          <ac:chgData name="Monika Ramesh" userId="18e4a5fe4ef239f9" providerId="LiveId" clId="{3C0089E2-22E1-4AFE-A04D-7911EBF8E18C}" dt="2025-12-08T06:47:00.048" v="591" actId="207"/>
          <ac:spMkLst>
            <pc:docMk/>
            <pc:sldMk cId="2248597381" sldId="260"/>
            <ac:spMk id="3" creationId="{E617A02E-B9DF-75F6-65E1-47D2A90FCF01}"/>
          </ac:spMkLst>
        </pc:spChg>
        <pc:spChg chg="add mod">
          <ac:chgData name="Monika Ramesh" userId="18e4a5fe4ef239f9" providerId="LiveId" clId="{3C0089E2-22E1-4AFE-A04D-7911EBF8E18C}" dt="2025-12-08T06:43:57.016" v="581"/>
          <ac:spMkLst>
            <pc:docMk/>
            <pc:sldMk cId="2248597381" sldId="260"/>
            <ac:spMk id="4" creationId="{2FBEE433-C5EE-7A6C-583C-CC87091F0C5F}"/>
          </ac:spMkLst>
        </pc:spChg>
        <pc:spChg chg="add mod">
          <ac:chgData name="Monika Ramesh" userId="18e4a5fe4ef239f9" providerId="LiveId" clId="{3C0089E2-22E1-4AFE-A04D-7911EBF8E18C}" dt="2025-12-08T06:45:12.054" v="582"/>
          <ac:spMkLst>
            <pc:docMk/>
            <pc:sldMk cId="2248597381" sldId="260"/>
            <ac:spMk id="5" creationId="{68F12308-BE68-83DC-2ED5-FBA0F60E3523}"/>
          </ac:spMkLst>
        </pc:spChg>
        <pc:spChg chg="add mod">
          <ac:chgData name="Monika Ramesh" userId="18e4a5fe4ef239f9" providerId="LiveId" clId="{3C0089E2-22E1-4AFE-A04D-7911EBF8E18C}" dt="2025-12-08T06:45:22.654" v="583"/>
          <ac:spMkLst>
            <pc:docMk/>
            <pc:sldMk cId="2248597381" sldId="260"/>
            <ac:spMk id="6" creationId="{31EBDABC-D474-A13B-37FC-FFDB0070D3E4}"/>
          </ac:spMkLst>
        </pc:spChg>
        <pc:spChg chg="add mod">
          <ac:chgData name="Monika Ramesh" userId="18e4a5fe4ef239f9" providerId="LiveId" clId="{3C0089E2-22E1-4AFE-A04D-7911EBF8E18C}" dt="2025-12-08T06:45:33.258" v="584"/>
          <ac:spMkLst>
            <pc:docMk/>
            <pc:sldMk cId="2248597381" sldId="260"/>
            <ac:spMk id="7" creationId="{26845ED3-2DBB-E0B7-83D9-27C8BF95B525}"/>
          </ac:spMkLst>
        </pc:spChg>
        <pc:spChg chg="add mod">
          <ac:chgData name="Monika Ramesh" userId="18e4a5fe4ef239f9" providerId="LiveId" clId="{3C0089E2-22E1-4AFE-A04D-7911EBF8E18C}" dt="2025-12-08T06:52:22.667" v="616" actId="207"/>
          <ac:spMkLst>
            <pc:docMk/>
            <pc:sldMk cId="2248597381" sldId="260"/>
            <ac:spMk id="8" creationId="{F6B8B0BE-B989-9B33-D571-89D3901FDFDF}"/>
          </ac:spMkLst>
        </pc:spChg>
        <pc:spChg chg="add mod">
          <ac:chgData name="Monika Ramesh" userId="18e4a5fe4ef239f9" providerId="LiveId" clId="{3C0089E2-22E1-4AFE-A04D-7911EBF8E18C}" dt="2025-12-08T06:48:12.307" v="595" actId="207"/>
          <ac:spMkLst>
            <pc:docMk/>
            <pc:sldMk cId="2248597381" sldId="260"/>
            <ac:spMk id="9" creationId="{A91C3111-6EE6-7ADE-7EB6-A8E64B9EA3E3}"/>
          </ac:spMkLst>
        </pc:spChg>
        <pc:spChg chg="add mod">
          <ac:chgData name="Monika Ramesh" userId="18e4a5fe4ef239f9" providerId="LiveId" clId="{3C0089E2-22E1-4AFE-A04D-7911EBF8E18C}" dt="2025-12-08T06:46:18.664" v="587"/>
          <ac:spMkLst>
            <pc:docMk/>
            <pc:sldMk cId="2248597381" sldId="260"/>
            <ac:spMk id="10" creationId="{483F99CA-7E2A-6C52-1ED3-36B7962AC930}"/>
          </ac:spMkLst>
        </pc:spChg>
        <pc:spChg chg="add mod">
          <ac:chgData name="Monika Ramesh" userId="18e4a5fe4ef239f9" providerId="LiveId" clId="{3C0089E2-22E1-4AFE-A04D-7911EBF8E18C}" dt="2025-12-08T06:46:28.995" v="588"/>
          <ac:spMkLst>
            <pc:docMk/>
            <pc:sldMk cId="2248597381" sldId="260"/>
            <ac:spMk id="11" creationId="{8F3852C3-87AC-251E-2087-631F46F76890}"/>
          </ac:spMkLst>
        </pc:spChg>
        <pc:spChg chg="add mod">
          <ac:chgData name="Monika Ramesh" userId="18e4a5fe4ef239f9" providerId="LiveId" clId="{3C0089E2-22E1-4AFE-A04D-7911EBF8E18C}" dt="2025-12-08T06:46:31.865" v="589"/>
          <ac:spMkLst>
            <pc:docMk/>
            <pc:sldMk cId="2248597381" sldId="260"/>
            <ac:spMk id="12" creationId="{7C431110-8847-A433-4EC1-4725F0599FA8}"/>
          </ac:spMkLst>
        </pc:spChg>
        <pc:spChg chg="add mod">
          <ac:chgData name="Monika Ramesh" userId="18e4a5fe4ef239f9" providerId="LiveId" clId="{3C0089E2-22E1-4AFE-A04D-7911EBF8E18C}" dt="2025-12-08T06:48:49.522" v="597" actId="207"/>
          <ac:spMkLst>
            <pc:docMk/>
            <pc:sldMk cId="2248597381" sldId="260"/>
            <ac:spMk id="13" creationId="{EF66B835-12D8-DD41-65B2-B0C7EA18A910}"/>
          </ac:spMkLst>
        </pc:spChg>
        <pc:spChg chg="add mod">
          <ac:chgData name="Monika Ramesh" userId="18e4a5fe4ef239f9" providerId="LiveId" clId="{3C0089E2-22E1-4AFE-A04D-7911EBF8E18C}" dt="2025-12-08T06:49:08.103" v="598"/>
          <ac:spMkLst>
            <pc:docMk/>
            <pc:sldMk cId="2248597381" sldId="260"/>
            <ac:spMk id="14" creationId="{D2A14219-E294-FF72-60D3-F50048D47F30}"/>
          </ac:spMkLst>
        </pc:spChg>
        <pc:spChg chg="add mod">
          <ac:chgData name="Monika Ramesh" userId="18e4a5fe4ef239f9" providerId="LiveId" clId="{3C0089E2-22E1-4AFE-A04D-7911EBF8E18C}" dt="2025-12-08T06:49:20.346" v="599"/>
          <ac:spMkLst>
            <pc:docMk/>
            <pc:sldMk cId="2248597381" sldId="260"/>
            <ac:spMk id="15" creationId="{77B8B624-D5A3-7E47-6946-283D26544F59}"/>
          </ac:spMkLst>
        </pc:spChg>
        <pc:spChg chg="add mod">
          <ac:chgData name="Monika Ramesh" userId="18e4a5fe4ef239f9" providerId="LiveId" clId="{3C0089E2-22E1-4AFE-A04D-7911EBF8E18C}" dt="2025-12-08T06:49:45.909" v="600"/>
          <ac:spMkLst>
            <pc:docMk/>
            <pc:sldMk cId="2248597381" sldId="260"/>
            <ac:spMk id="16" creationId="{AAB9C2CD-FC67-D0FF-1CAE-907F6DA75EB7}"/>
          </ac:spMkLst>
        </pc:spChg>
        <pc:spChg chg="add mod">
          <ac:chgData name="Monika Ramesh" userId="18e4a5fe4ef239f9" providerId="LiveId" clId="{3C0089E2-22E1-4AFE-A04D-7911EBF8E18C}" dt="2025-12-08T06:51:35.254" v="613" actId="1076"/>
          <ac:spMkLst>
            <pc:docMk/>
            <pc:sldMk cId="2248597381" sldId="260"/>
            <ac:spMk id="17" creationId="{A0BBE4B6-AD88-C053-D0A6-58F1A9086E5F}"/>
          </ac:spMkLst>
        </pc:spChg>
        <pc:spChg chg="add mod">
          <ac:chgData name="Monika Ramesh" userId="18e4a5fe4ef239f9" providerId="LiveId" clId="{3C0089E2-22E1-4AFE-A04D-7911EBF8E18C}" dt="2025-12-08T06:50:28.916" v="604" actId="1076"/>
          <ac:spMkLst>
            <pc:docMk/>
            <pc:sldMk cId="2248597381" sldId="260"/>
            <ac:spMk id="18" creationId="{C387C0C6-4EA7-AF42-76A0-C81509ECDF2E}"/>
          </ac:spMkLst>
        </pc:spChg>
        <pc:spChg chg="add mod">
          <ac:chgData name="Monika Ramesh" userId="18e4a5fe4ef239f9" providerId="LiveId" clId="{3C0089E2-22E1-4AFE-A04D-7911EBF8E18C}" dt="2025-12-08T06:50:24.471" v="603"/>
          <ac:spMkLst>
            <pc:docMk/>
            <pc:sldMk cId="2248597381" sldId="260"/>
            <ac:spMk id="19" creationId="{354C9C33-0BDB-E34F-9BFD-86C5482D6F43}"/>
          </ac:spMkLst>
        </pc:spChg>
        <pc:spChg chg="add mod">
          <ac:chgData name="Monika Ramesh" userId="18e4a5fe4ef239f9" providerId="LiveId" clId="{3C0089E2-22E1-4AFE-A04D-7911EBF8E18C}" dt="2025-12-08T07:10:30.964" v="951" actId="207"/>
          <ac:spMkLst>
            <pc:docMk/>
            <pc:sldMk cId="2248597381" sldId="260"/>
            <ac:spMk id="27" creationId="{BCFD067F-A8DB-B4EF-E49A-841A2152A7CC}"/>
          </ac:spMkLst>
        </pc:spChg>
        <pc:picChg chg="add mod">
          <ac:chgData name="Monika Ramesh" userId="18e4a5fe4ef239f9" providerId="LiveId" clId="{3C0089E2-22E1-4AFE-A04D-7911EBF8E18C}" dt="2025-12-08T06:50:50.797" v="607"/>
          <ac:picMkLst>
            <pc:docMk/>
            <pc:sldMk cId="2248597381" sldId="260"/>
            <ac:picMk id="20" creationId="{5F9B2772-C211-5C50-D925-F42CEC86F4AB}"/>
          </ac:picMkLst>
        </pc:picChg>
        <pc:picChg chg="add mod">
          <ac:chgData name="Monika Ramesh" userId="18e4a5fe4ef239f9" providerId="LiveId" clId="{3C0089E2-22E1-4AFE-A04D-7911EBF8E18C}" dt="2025-12-08T06:50:59.418" v="608"/>
          <ac:picMkLst>
            <pc:docMk/>
            <pc:sldMk cId="2248597381" sldId="260"/>
            <ac:picMk id="21" creationId="{5104AA26-DDB3-5143-C1D6-5D40874D2137}"/>
          </ac:picMkLst>
        </pc:picChg>
        <pc:picChg chg="add mod">
          <ac:chgData name="Monika Ramesh" userId="18e4a5fe4ef239f9" providerId="LiveId" clId="{3C0089E2-22E1-4AFE-A04D-7911EBF8E18C}" dt="2025-12-08T06:51:30.564" v="612" actId="14100"/>
          <ac:picMkLst>
            <pc:docMk/>
            <pc:sldMk cId="2248597381" sldId="260"/>
            <ac:picMk id="22" creationId="{1AB38F7B-034F-6B27-99EE-EBB966E8704B}"/>
          </ac:picMkLst>
        </pc:picChg>
        <pc:picChg chg="add mod">
          <ac:chgData name="Monika Ramesh" userId="18e4a5fe4ef239f9" providerId="LiveId" clId="{3C0089E2-22E1-4AFE-A04D-7911EBF8E18C}" dt="2025-12-08T06:51:41.630" v="614" actId="1076"/>
          <ac:picMkLst>
            <pc:docMk/>
            <pc:sldMk cId="2248597381" sldId="260"/>
            <ac:picMk id="23" creationId="{680E342B-5F08-2E65-F92C-7CC69A59A282}"/>
          </ac:picMkLst>
        </pc:picChg>
        <pc:picChg chg="add mod">
          <ac:chgData name="Monika Ramesh" userId="18e4a5fe4ef239f9" providerId="LiveId" clId="{3C0089E2-22E1-4AFE-A04D-7911EBF8E18C}" dt="2025-12-08T06:51:57.002" v="615"/>
          <ac:picMkLst>
            <pc:docMk/>
            <pc:sldMk cId="2248597381" sldId="260"/>
            <ac:picMk id="24" creationId="{415988ED-5A8D-CC90-816F-A79C11C9E231}"/>
          </ac:picMkLst>
        </pc:picChg>
        <pc:picChg chg="add mod">
          <ac:chgData name="Monika Ramesh" userId="18e4a5fe4ef239f9" providerId="LiveId" clId="{3C0089E2-22E1-4AFE-A04D-7911EBF8E18C}" dt="2025-12-08T06:52:47.742" v="617"/>
          <ac:picMkLst>
            <pc:docMk/>
            <pc:sldMk cId="2248597381" sldId="260"/>
            <ac:picMk id="25" creationId="{0CFCE86A-F427-E038-7E05-54660D7B86B4}"/>
          </ac:picMkLst>
        </pc:picChg>
        <pc:picChg chg="add mod">
          <ac:chgData name="Monika Ramesh" userId="18e4a5fe4ef239f9" providerId="LiveId" clId="{3C0089E2-22E1-4AFE-A04D-7911EBF8E18C}" dt="2025-12-08T06:52:59.055" v="618"/>
          <ac:picMkLst>
            <pc:docMk/>
            <pc:sldMk cId="2248597381" sldId="260"/>
            <ac:picMk id="26" creationId="{A3A3AC54-A1EA-31B8-680B-4C2AEF27D42A}"/>
          </ac:picMkLst>
        </pc:picChg>
      </pc:sldChg>
      <pc:sldChg chg="addSp delSp modSp new del mod">
        <pc:chgData name="Monika Ramesh" userId="18e4a5fe4ef239f9" providerId="LiveId" clId="{3C0089E2-22E1-4AFE-A04D-7911EBF8E18C}" dt="2025-12-08T06:59:02.335" v="717" actId="2696"/>
        <pc:sldMkLst>
          <pc:docMk/>
          <pc:sldMk cId="2142127235" sldId="261"/>
        </pc:sldMkLst>
        <pc:spChg chg="add del mod">
          <ac:chgData name="Monika Ramesh" userId="18e4a5fe4ef239f9" providerId="LiveId" clId="{3C0089E2-22E1-4AFE-A04D-7911EBF8E18C}" dt="2025-12-08T06:58:55.701" v="716" actId="14100"/>
          <ac:spMkLst>
            <pc:docMk/>
            <pc:sldMk cId="2142127235" sldId="261"/>
            <ac:spMk id="2" creationId="{0E4C2CAC-A222-2F5C-C42E-6EC89F5AD642}"/>
          </ac:spMkLst>
        </pc:spChg>
        <pc:spChg chg="add mod">
          <ac:chgData name="Monika Ramesh" userId="18e4a5fe4ef239f9" providerId="LiveId" clId="{3C0089E2-22E1-4AFE-A04D-7911EBF8E18C}" dt="2025-12-08T06:56:43.343" v="655"/>
          <ac:spMkLst>
            <pc:docMk/>
            <pc:sldMk cId="2142127235" sldId="261"/>
            <ac:spMk id="3" creationId="{0FEE004E-8D1B-9C52-7910-161570F889E8}"/>
          </ac:spMkLst>
        </pc:spChg>
        <pc:spChg chg="add mod">
          <ac:chgData name="Monika Ramesh" userId="18e4a5fe4ef239f9" providerId="LiveId" clId="{3C0089E2-22E1-4AFE-A04D-7911EBF8E18C}" dt="2025-12-08T06:58:52.827" v="706"/>
          <ac:spMkLst>
            <pc:docMk/>
            <pc:sldMk cId="2142127235" sldId="261"/>
            <ac:spMk id="4" creationId="{C6FBBDF9-6FC6-74CB-D171-11FB7A0C4E92}"/>
          </ac:spMkLst>
        </pc:spChg>
        <pc:spChg chg="add del mod">
          <ac:chgData name="Monika Ramesh" userId="18e4a5fe4ef239f9" providerId="LiveId" clId="{3C0089E2-22E1-4AFE-A04D-7911EBF8E18C}" dt="2025-12-08T06:58:51.768" v="702" actId="11529"/>
          <ac:spMkLst>
            <pc:docMk/>
            <pc:sldMk cId="2142127235" sldId="261"/>
            <ac:spMk id="5" creationId="{0E51E7E6-239E-9D03-391D-031080B52F94}"/>
          </ac:spMkLst>
        </pc:spChg>
      </pc:sldChg>
      <pc:sldChg chg="addSp delSp modSp new mod modClrScheme chgLayout">
        <pc:chgData name="Monika Ramesh" userId="18e4a5fe4ef239f9" providerId="LiveId" clId="{3C0089E2-22E1-4AFE-A04D-7911EBF8E18C}" dt="2025-12-09T10:49:54.555" v="5350"/>
        <pc:sldMkLst>
          <pc:docMk/>
          <pc:sldMk cId="2267517950" sldId="261"/>
        </pc:sldMkLst>
        <pc:spChg chg="add mod">
          <ac:chgData name="Monika Ramesh" userId="18e4a5fe4ef239f9" providerId="LiveId" clId="{3C0089E2-22E1-4AFE-A04D-7911EBF8E18C}" dt="2025-12-09T10:49:54.555" v="5350"/>
          <ac:spMkLst>
            <pc:docMk/>
            <pc:sldMk cId="2267517950" sldId="261"/>
            <ac:spMk id="2" creationId="{3973E717-0ABD-4A2D-E7B7-523007E8C7E1}"/>
          </ac:spMkLst>
        </pc:spChg>
        <pc:spChg chg="add mod">
          <ac:chgData name="Monika Ramesh" userId="18e4a5fe4ef239f9" providerId="LiveId" clId="{3C0089E2-22E1-4AFE-A04D-7911EBF8E18C}" dt="2025-12-09T10:49:53.924" v="5348"/>
          <ac:spMkLst>
            <pc:docMk/>
            <pc:sldMk cId="2267517950" sldId="261"/>
            <ac:spMk id="3" creationId="{9206436F-6903-8B87-8B34-EE699A5491D4}"/>
          </ac:spMkLst>
        </pc:spChg>
        <pc:picChg chg="add del mod">
          <ac:chgData name="Monika Ramesh" userId="18e4a5fe4ef239f9" providerId="LiveId" clId="{3C0089E2-22E1-4AFE-A04D-7911EBF8E18C}" dt="2025-12-08T07:52:16.520" v="1559" actId="21"/>
          <ac:picMkLst>
            <pc:docMk/>
            <pc:sldMk cId="2267517950" sldId="261"/>
            <ac:picMk id="4" creationId="{60E1BD64-AFC1-02DC-1B80-C104C9A24A7B}"/>
          </ac:picMkLst>
        </pc:picChg>
        <pc:picChg chg="add mod">
          <ac:chgData name="Monika Ramesh" userId="18e4a5fe4ef239f9" providerId="LiveId" clId="{3C0089E2-22E1-4AFE-A04D-7911EBF8E18C}" dt="2025-12-08T07:54:12.465" v="1579" actId="14100"/>
          <ac:picMkLst>
            <pc:docMk/>
            <pc:sldMk cId="2267517950" sldId="261"/>
            <ac:picMk id="5" creationId="{57A4A4DE-F50B-8FFE-46AF-2B079C4CACB1}"/>
          </ac:picMkLst>
        </pc:picChg>
        <pc:picChg chg="add mod">
          <ac:chgData name="Monika Ramesh" userId="18e4a5fe4ef239f9" providerId="LiveId" clId="{3C0089E2-22E1-4AFE-A04D-7911EBF8E18C}" dt="2025-12-08T07:54:37.938" v="1581" actId="207"/>
          <ac:picMkLst>
            <pc:docMk/>
            <pc:sldMk cId="2267517950" sldId="261"/>
            <ac:picMk id="6" creationId="{8895F3E8-D772-DF4B-A95C-295E77BF393C}"/>
          </ac:picMkLst>
        </pc:picChg>
        <pc:picChg chg="add mod">
          <ac:chgData name="Monika Ramesh" userId="18e4a5fe4ef239f9" providerId="LiveId" clId="{3C0089E2-22E1-4AFE-A04D-7911EBF8E18C}" dt="2025-12-08T07:53:58.999" v="1575" actId="1076"/>
          <ac:picMkLst>
            <pc:docMk/>
            <pc:sldMk cId="2267517950" sldId="261"/>
            <ac:picMk id="1026" creationId="{94FD793E-60F3-734B-8845-3F3D0C50624C}"/>
          </ac:picMkLst>
        </pc:picChg>
        <pc:picChg chg="add mod">
          <ac:chgData name="Monika Ramesh" userId="18e4a5fe4ef239f9" providerId="LiveId" clId="{3C0089E2-22E1-4AFE-A04D-7911EBF8E18C}" dt="2025-12-08T07:48:05.145" v="1520" actId="14100"/>
          <ac:picMkLst>
            <pc:docMk/>
            <pc:sldMk cId="2267517950" sldId="261"/>
            <ac:picMk id="1028" creationId="{E41EACD4-ABD1-E87A-74BF-4BBA32CBAB66}"/>
          </ac:picMkLst>
        </pc:picChg>
      </pc:sldChg>
      <pc:sldChg chg="addSp delSp modSp new del mod">
        <pc:chgData name="Monika Ramesh" userId="18e4a5fe4ef239f9" providerId="LiveId" clId="{3C0089E2-22E1-4AFE-A04D-7911EBF8E18C}" dt="2025-12-08T07:09:11.911" v="940" actId="2696"/>
        <pc:sldMkLst>
          <pc:docMk/>
          <pc:sldMk cId="2558836804" sldId="261"/>
        </pc:sldMkLst>
        <pc:spChg chg="add del mod">
          <ac:chgData name="Monika Ramesh" userId="18e4a5fe4ef239f9" providerId="LiveId" clId="{3C0089E2-22E1-4AFE-A04D-7911EBF8E18C}" dt="2025-12-08T07:06:17.137" v="904" actId="478"/>
          <ac:spMkLst>
            <pc:docMk/>
            <pc:sldMk cId="2558836804" sldId="261"/>
            <ac:spMk id="2" creationId="{1093E35C-1646-4216-9ED5-E00BDB69BF43}"/>
          </ac:spMkLst>
        </pc:spChg>
        <pc:spChg chg="add del mod">
          <ac:chgData name="Monika Ramesh" userId="18e4a5fe4ef239f9" providerId="LiveId" clId="{3C0089E2-22E1-4AFE-A04D-7911EBF8E18C}" dt="2025-12-08T07:06:03.529" v="897" actId="478"/>
          <ac:spMkLst>
            <pc:docMk/>
            <pc:sldMk cId="2558836804" sldId="261"/>
            <ac:spMk id="3" creationId="{F15CC1C0-A5E8-FD94-8942-BB31759C156F}"/>
          </ac:spMkLst>
        </pc:spChg>
      </pc:sldChg>
      <pc:sldChg chg="modSp new del mod">
        <pc:chgData name="Monika Ramesh" userId="18e4a5fe4ef239f9" providerId="LiveId" clId="{3C0089E2-22E1-4AFE-A04D-7911EBF8E18C}" dt="2025-12-08T07:12:30.966" v="965" actId="2696"/>
        <pc:sldMkLst>
          <pc:docMk/>
          <pc:sldMk cId="2811687763" sldId="261"/>
        </pc:sldMkLst>
        <pc:spChg chg="mod">
          <ac:chgData name="Monika Ramesh" userId="18e4a5fe4ef239f9" providerId="LiveId" clId="{3C0089E2-22E1-4AFE-A04D-7911EBF8E18C}" dt="2025-12-08T07:11:52.789" v="962" actId="1076"/>
          <ac:spMkLst>
            <pc:docMk/>
            <pc:sldMk cId="2811687763" sldId="261"/>
            <ac:spMk id="2" creationId="{991E5E63-E68E-8872-4C9A-4B84F5A1BB6C}"/>
          </ac:spMkLst>
        </pc:spChg>
        <pc:spChg chg="mod">
          <ac:chgData name="Monika Ramesh" userId="18e4a5fe4ef239f9" providerId="LiveId" clId="{3C0089E2-22E1-4AFE-A04D-7911EBF8E18C}" dt="2025-12-08T07:12:03.108" v="964" actId="14100"/>
          <ac:spMkLst>
            <pc:docMk/>
            <pc:sldMk cId="2811687763" sldId="261"/>
            <ac:spMk id="3" creationId="{77F9FA69-6CFF-C0FB-F903-A2B40EE3F323}"/>
          </ac:spMkLst>
        </pc:spChg>
      </pc:sldChg>
      <pc:sldChg chg="addSp delSp modSp new del mod modClrScheme chgLayout">
        <pc:chgData name="Monika Ramesh" userId="18e4a5fe4ef239f9" providerId="LiveId" clId="{3C0089E2-22E1-4AFE-A04D-7911EBF8E18C}" dt="2025-12-08T07:19:32.392" v="1022" actId="2696"/>
        <pc:sldMkLst>
          <pc:docMk/>
          <pc:sldMk cId="3762044557" sldId="261"/>
        </pc:sldMkLst>
        <pc:spChg chg="add del mod">
          <ac:chgData name="Monika Ramesh" userId="18e4a5fe4ef239f9" providerId="LiveId" clId="{3C0089E2-22E1-4AFE-A04D-7911EBF8E18C}" dt="2025-12-08T07:18:55.264" v="1019" actId="478"/>
          <ac:spMkLst>
            <pc:docMk/>
            <pc:sldMk cId="3762044557" sldId="261"/>
            <ac:spMk id="2" creationId="{4CA1708A-2822-5E72-C972-67AF6FCE2E09}"/>
          </ac:spMkLst>
        </pc:spChg>
        <pc:spChg chg="add mod">
          <ac:chgData name="Monika Ramesh" userId="18e4a5fe4ef239f9" providerId="LiveId" clId="{3C0089E2-22E1-4AFE-A04D-7911EBF8E18C}" dt="2025-12-08T07:19:05.887" v="1020" actId="700"/>
          <ac:spMkLst>
            <pc:docMk/>
            <pc:sldMk cId="3762044557" sldId="261"/>
            <ac:spMk id="3" creationId="{491CC4AD-BFCB-DE78-10B1-CAEE2DF394D2}"/>
          </ac:spMkLst>
        </pc:spChg>
        <pc:spChg chg="add mod">
          <ac:chgData name="Monika Ramesh" userId="18e4a5fe4ef239f9" providerId="LiveId" clId="{3C0089E2-22E1-4AFE-A04D-7911EBF8E18C}" dt="2025-12-08T07:19:05.887" v="1020" actId="700"/>
          <ac:spMkLst>
            <pc:docMk/>
            <pc:sldMk cId="3762044557" sldId="261"/>
            <ac:spMk id="4" creationId="{449B5959-0BF0-CF37-44B8-9B18F4CA7294}"/>
          </ac:spMkLst>
        </pc:spChg>
        <pc:spChg chg="add mod">
          <ac:chgData name="Monika Ramesh" userId="18e4a5fe4ef239f9" providerId="LiveId" clId="{3C0089E2-22E1-4AFE-A04D-7911EBF8E18C}" dt="2025-12-08T07:19:05.887" v="1020" actId="700"/>
          <ac:spMkLst>
            <pc:docMk/>
            <pc:sldMk cId="3762044557" sldId="261"/>
            <ac:spMk id="5" creationId="{4A3CC46B-607C-C075-FE58-3D979702C884}"/>
          </ac:spMkLst>
        </pc:spChg>
        <pc:spChg chg="add mod">
          <ac:chgData name="Monika Ramesh" userId="18e4a5fe4ef239f9" providerId="LiveId" clId="{3C0089E2-22E1-4AFE-A04D-7911EBF8E18C}" dt="2025-12-08T07:19:05.887" v="1020" actId="700"/>
          <ac:spMkLst>
            <pc:docMk/>
            <pc:sldMk cId="3762044557" sldId="261"/>
            <ac:spMk id="6" creationId="{EAEE53FF-9DFF-7FF2-71DC-C815ED09F841}"/>
          </ac:spMkLst>
        </pc:spChg>
        <pc:spChg chg="add mod">
          <ac:chgData name="Monika Ramesh" userId="18e4a5fe4ef239f9" providerId="LiveId" clId="{3C0089E2-22E1-4AFE-A04D-7911EBF8E18C}" dt="2025-12-08T07:19:05.887" v="1020" actId="700"/>
          <ac:spMkLst>
            <pc:docMk/>
            <pc:sldMk cId="3762044557" sldId="261"/>
            <ac:spMk id="7" creationId="{D3820DEF-1476-12D9-B5FD-B2F86854C2E0}"/>
          </ac:spMkLst>
        </pc:spChg>
      </pc:sldChg>
      <pc:sldChg chg="modSp new del mod">
        <pc:chgData name="Monika Ramesh" userId="18e4a5fe4ef239f9" providerId="LiveId" clId="{3C0089E2-22E1-4AFE-A04D-7911EBF8E18C}" dt="2025-12-08T07:04:11.115" v="868" actId="2696"/>
        <pc:sldMkLst>
          <pc:docMk/>
          <pc:sldMk cId="976685339" sldId="262"/>
        </pc:sldMkLst>
        <pc:spChg chg="mod">
          <ac:chgData name="Monika Ramesh" userId="18e4a5fe4ef239f9" providerId="LiveId" clId="{3C0089E2-22E1-4AFE-A04D-7911EBF8E18C}" dt="2025-12-08T07:00:02.811" v="725" actId="14100"/>
          <ac:spMkLst>
            <pc:docMk/>
            <pc:sldMk cId="976685339" sldId="262"/>
            <ac:spMk id="2" creationId="{7906DFB9-3F25-9179-3165-17438658300B}"/>
          </ac:spMkLst>
        </pc:spChg>
        <pc:spChg chg="mod">
          <ac:chgData name="Monika Ramesh" userId="18e4a5fe4ef239f9" providerId="LiveId" clId="{3C0089E2-22E1-4AFE-A04D-7911EBF8E18C}" dt="2025-12-08T07:00:13.199" v="727" actId="14100"/>
          <ac:spMkLst>
            <pc:docMk/>
            <pc:sldMk cId="976685339" sldId="262"/>
            <ac:spMk id="3" creationId="{6BE30BEE-A26D-C88D-AECE-76B05D8A1BD3}"/>
          </ac:spMkLst>
        </pc:spChg>
      </pc:sldChg>
      <pc:sldChg chg="addSp delSp modSp add mod ord">
        <pc:chgData name="Monika Ramesh" userId="18e4a5fe4ef239f9" providerId="LiveId" clId="{3C0089E2-22E1-4AFE-A04D-7911EBF8E18C}" dt="2025-12-08T09:39:41.843" v="2936" actId="207"/>
        <pc:sldMkLst>
          <pc:docMk/>
          <pc:sldMk cId="1212166703" sldId="262"/>
        </pc:sldMkLst>
        <pc:spChg chg="mod">
          <ac:chgData name="Monika Ramesh" userId="18e4a5fe4ef239f9" providerId="LiveId" clId="{3C0089E2-22E1-4AFE-A04D-7911EBF8E18C}" dt="2025-12-08T09:39:41.843" v="2936" actId="207"/>
          <ac:spMkLst>
            <pc:docMk/>
            <pc:sldMk cId="1212166703" sldId="262"/>
            <ac:spMk id="2" creationId="{BF8A0E45-4AFF-7AA8-7E1A-10935E268A3F}"/>
          </ac:spMkLst>
        </pc:spChg>
        <pc:spChg chg="mod">
          <ac:chgData name="Monika Ramesh" userId="18e4a5fe4ef239f9" providerId="LiveId" clId="{3C0089E2-22E1-4AFE-A04D-7911EBF8E18C}" dt="2025-12-08T09:39:36.475" v="2935" actId="207"/>
          <ac:spMkLst>
            <pc:docMk/>
            <pc:sldMk cId="1212166703" sldId="262"/>
            <ac:spMk id="3" creationId="{C74D9258-14BE-283F-21AF-DC42CE7C8931}"/>
          </ac:spMkLst>
        </pc:spChg>
        <pc:spChg chg="add del">
          <ac:chgData name="Monika Ramesh" userId="18e4a5fe4ef239f9" providerId="LiveId" clId="{3C0089E2-22E1-4AFE-A04D-7911EBF8E18C}" dt="2025-12-08T08:00:32.049" v="1591" actId="11529"/>
          <ac:spMkLst>
            <pc:docMk/>
            <pc:sldMk cId="1212166703" sldId="262"/>
            <ac:spMk id="4" creationId="{A0C6DEA5-EBBB-7A19-E7FB-04EBCF05354E}"/>
          </ac:spMkLst>
        </pc:spChg>
        <pc:spChg chg="add del">
          <ac:chgData name="Monika Ramesh" userId="18e4a5fe4ef239f9" providerId="LiveId" clId="{3C0089E2-22E1-4AFE-A04D-7911EBF8E18C}" dt="2025-12-08T08:00:49.602" v="1593" actId="11529"/>
          <ac:spMkLst>
            <pc:docMk/>
            <pc:sldMk cId="1212166703" sldId="262"/>
            <ac:spMk id="5" creationId="{5BBB80AC-D6F2-ECFF-1B5A-8C1BFF0719F1}"/>
          </ac:spMkLst>
        </pc:spChg>
        <pc:spChg chg="add del mod">
          <ac:chgData name="Monika Ramesh" userId="18e4a5fe4ef239f9" providerId="LiveId" clId="{3C0089E2-22E1-4AFE-A04D-7911EBF8E18C}" dt="2025-12-08T08:06:47.013" v="1647" actId="21"/>
          <ac:spMkLst>
            <pc:docMk/>
            <pc:sldMk cId="1212166703" sldId="262"/>
            <ac:spMk id="6" creationId="{140891D9-51B8-563A-FE36-9364CAA83A84}"/>
          </ac:spMkLst>
        </pc:spChg>
        <pc:spChg chg="add mod">
          <ac:chgData name="Monika Ramesh" userId="18e4a5fe4ef239f9" providerId="LiveId" clId="{3C0089E2-22E1-4AFE-A04D-7911EBF8E18C}" dt="2025-12-08T08:03:54.991" v="1614"/>
          <ac:spMkLst>
            <pc:docMk/>
            <pc:sldMk cId="1212166703" sldId="262"/>
            <ac:spMk id="7" creationId="{CD985D89-D2B2-5D4D-C5FF-9AFDD0F2FA24}"/>
          </ac:spMkLst>
        </pc:spChg>
        <pc:spChg chg="add del">
          <ac:chgData name="Monika Ramesh" userId="18e4a5fe4ef239f9" providerId="LiveId" clId="{3C0089E2-22E1-4AFE-A04D-7911EBF8E18C}" dt="2025-12-08T08:13:18.602" v="1876" actId="11529"/>
          <ac:spMkLst>
            <pc:docMk/>
            <pc:sldMk cId="1212166703" sldId="262"/>
            <ac:spMk id="10" creationId="{B55DECA3-CBB6-6611-5880-421E09FC911D}"/>
          </ac:spMkLst>
        </pc:spChg>
        <pc:spChg chg="add mod">
          <ac:chgData name="Monika Ramesh" userId="18e4a5fe4ef239f9" providerId="LiveId" clId="{3C0089E2-22E1-4AFE-A04D-7911EBF8E18C}" dt="2025-12-08T08:26:48.658" v="2065" actId="207"/>
          <ac:spMkLst>
            <pc:docMk/>
            <pc:sldMk cId="1212166703" sldId="262"/>
            <ac:spMk id="11" creationId="{A2583367-A58B-1B2C-7147-29F4FEF36B1F}"/>
          </ac:spMkLst>
        </pc:spChg>
        <pc:spChg chg="add del">
          <ac:chgData name="Monika Ramesh" userId="18e4a5fe4ef239f9" providerId="LiveId" clId="{3C0089E2-22E1-4AFE-A04D-7911EBF8E18C}" dt="2025-12-08T08:14:41.469" v="1882" actId="11529"/>
          <ac:spMkLst>
            <pc:docMk/>
            <pc:sldMk cId="1212166703" sldId="262"/>
            <ac:spMk id="12" creationId="{94B2E60E-8102-547B-6F13-971600FB784B}"/>
          </ac:spMkLst>
        </pc:spChg>
        <pc:spChg chg="add mod">
          <ac:chgData name="Monika Ramesh" userId="18e4a5fe4ef239f9" providerId="LiveId" clId="{3C0089E2-22E1-4AFE-A04D-7911EBF8E18C}" dt="2025-12-08T08:17:47.374" v="1965" actId="114"/>
          <ac:spMkLst>
            <pc:docMk/>
            <pc:sldMk cId="1212166703" sldId="262"/>
            <ac:spMk id="13" creationId="{C051A651-5831-CC04-9AAD-A9C26663381B}"/>
          </ac:spMkLst>
        </pc:spChg>
        <pc:spChg chg="add mod">
          <ac:chgData name="Monika Ramesh" userId="18e4a5fe4ef239f9" providerId="LiveId" clId="{3C0089E2-22E1-4AFE-A04D-7911EBF8E18C}" dt="2025-12-08T08:23:34.051" v="2048" actId="1076"/>
          <ac:spMkLst>
            <pc:docMk/>
            <pc:sldMk cId="1212166703" sldId="262"/>
            <ac:spMk id="14" creationId="{8AC7361E-3632-8ACA-088C-0E41B20A387B}"/>
          </ac:spMkLst>
        </pc:spChg>
        <pc:spChg chg="add mod">
          <ac:chgData name="Monika Ramesh" userId="18e4a5fe4ef239f9" providerId="LiveId" clId="{3C0089E2-22E1-4AFE-A04D-7911EBF8E18C}" dt="2025-12-08T08:23:36.835" v="2049" actId="1076"/>
          <ac:spMkLst>
            <pc:docMk/>
            <pc:sldMk cId="1212166703" sldId="262"/>
            <ac:spMk id="15" creationId="{0524F599-79BE-E08D-1E2A-D6E2B4A4A0C1}"/>
          </ac:spMkLst>
        </pc:spChg>
        <pc:spChg chg="add mod">
          <ac:chgData name="Monika Ramesh" userId="18e4a5fe4ef239f9" providerId="LiveId" clId="{3C0089E2-22E1-4AFE-A04D-7911EBF8E18C}" dt="2025-12-08T08:19:45.397" v="2037" actId="114"/>
          <ac:spMkLst>
            <pc:docMk/>
            <pc:sldMk cId="1212166703" sldId="262"/>
            <ac:spMk id="16" creationId="{F8221EF1-FC79-CF98-6E7C-D0C6191CA102}"/>
          </ac:spMkLst>
        </pc:spChg>
        <pc:spChg chg="add mod">
          <ac:chgData name="Monika Ramesh" userId="18e4a5fe4ef239f9" providerId="LiveId" clId="{3C0089E2-22E1-4AFE-A04D-7911EBF8E18C}" dt="2025-12-08T08:19:27.467" v="2034" actId="114"/>
          <ac:spMkLst>
            <pc:docMk/>
            <pc:sldMk cId="1212166703" sldId="262"/>
            <ac:spMk id="17" creationId="{31C3AA6A-A309-48BB-76F8-C37B4A65FEA1}"/>
          </ac:spMkLst>
        </pc:spChg>
        <pc:spChg chg="add mod">
          <ac:chgData name="Monika Ramesh" userId="18e4a5fe4ef239f9" providerId="LiveId" clId="{3C0089E2-22E1-4AFE-A04D-7911EBF8E18C}" dt="2025-12-08T08:23:04.984" v="2044" actId="1076"/>
          <ac:spMkLst>
            <pc:docMk/>
            <pc:sldMk cId="1212166703" sldId="262"/>
            <ac:spMk id="18" creationId="{0A31473A-4CCD-8E59-F363-1DB824F850B9}"/>
          </ac:spMkLst>
        </pc:spChg>
        <pc:spChg chg="add del mod">
          <ac:chgData name="Monika Ramesh" userId="18e4a5fe4ef239f9" providerId="LiveId" clId="{3C0089E2-22E1-4AFE-A04D-7911EBF8E18C}" dt="2025-12-08T08:24:14.998" v="2055" actId="21"/>
          <ac:spMkLst>
            <pc:docMk/>
            <pc:sldMk cId="1212166703" sldId="262"/>
            <ac:spMk id="19" creationId="{639120EC-791D-2896-0F48-F02CCFFAC6A0}"/>
          </ac:spMkLst>
        </pc:spChg>
        <pc:spChg chg="add mod">
          <ac:chgData name="Monika Ramesh" userId="18e4a5fe4ef239f9" providerId="LiveId" clId="{3C0089E2-22E1-4AFE-A04D-7911EBF8E18C}" dt="2025-12-08T08:23:42.599" v="2050" actId="1076"/>
          <ac:spMkLst>
            <pc:docMk/>
            <pc:sldMk cId="1212166703" sldId="262"/>
            <ac:spMk id="20" creationId="{0629D85D-08B4-763E-F20F-FCE996973846}"/>
          </ac:spMkLst>
        </pc:spChg>
        <pc:spChg chg="add mod">
          <ac:chgData name="Monika Ramesh" userId="18e4a5fe4ef239f9" providerId="LiveId" clId="{3C0089E2-22E1-4AFE-A04D-7911EBF8E18C}" dt="2025-12-08T08:24:07.881" v="2054" actId="1076"/>
          <ac:spMkLst>
            <pc:docMk/>
            <pc:sldMk cId="1212166703" sldId="262"/>
            <ac:spMk id="21" creationId="{E6E6695E-4173-0EE1-EE6D-AC4760FB2B72}"/>
          </ac:spMkLst>
        </pc:spChg>
        <pc:spChg chg="add">
          <ac:chgData name="Monika Ramesh" userId="18e4a5fe4ef239f9" providerId="LiveId" clId="{3C0089E2-22E1-4AFE-A04D-7911EBF8E18C}" dt="2025-12-08T08:24:37.811" v="2056" actId="11529"/>
          <ac:spMkLst>
            <pc:docMk/>
            <pc:sldMk cId="1212166703" sldId="262"/>
            <ac:spMk id="22" creationId="{BF1284A5-E476-E431-DB91-CF7FBF119FBC}"/>
          </ac:spMkLst>
        </pc:spChg>
        <pc:spChg chg="add mod">
          <ac:chgData name="Monika Ramesh" userId="18e4a5fe4ef239f9" providerId="LiveId" clId="{3C0089E2-22E1-4AFE-A04D-7911EBF8E18C}" dt="2025-12-08T08:24:59.998" v="2058" actId="1076"/>
          <ac:spMkLst>
            <pc:docMk/>
            <pc:sldMk cId="1212166703" sldId="262"/>
            <ac:spMk id="23" creationId="{11407941-1329-3CD2-663B-C23A94019BB4}"/>
          </ac:spMkLst>
        </pc:spChg>
        <pc:spChg chg="add mod">
          <ac:chgData name="Monika Ramesh" userId="18e4a5fe4ef239f9" providerId="LiveId" clId="{3C0089E2-22E1-4AFE-A04D-7911EBF8E18C}" dt="2025-12-08T08:25:25.143" v="2063" actId="14100"/>
          <ac:spMkLst>
            <pc:docMk/>
            <pc:sldMk cId="1212166703" sldId="262"/>
            <ac:spMk id="24" creationId="{2776A8B2-AEFA-CCCA-8901-4153B1F7B9BF}"/>
          </ac:spMkLst>
        </pc:spChg>
        <pc:picChg chg="add del mod">
          <ac:chgData name="Monika Ramesh" userId="18e4a5fe4ef239f9" providerId="LiveId" clId="{3C0089E2-22E1-4AFE-A04D-7911EBF8E18C}" dt="2025-12-08T08:06:56.690" v="1649" actId="21"/>
          <ac:picMkLst>
            <pc:docMk/>
            <pc:sldMk cId="1212166703" sldId="262"/>
            <ac:picMk id="8" creationId="{D1DB2DA9-EB49-D927-761F-67AD7ABED5D7}"/>
          </ac:picMkLst>
        </pc:picChg>
        <pc:picChg chg="add del mod">
          <ac:chgData name="Monika Ramesh" userId="18e4a5fe4ef239f9" providerId="LiveId" clId="{3C0089E2-22E1-4AFE-A04D-7911EBF8E18C}" dt="2025-12-08T08:06:52.152" v="1648" actId="21"/>
          <ac:picMkLst>
            <pc:docMk/>
            <pc:sldMk cId="1212166703" sldId="262"/>
            <ac:picMk id="9" creationId="{D17D7462-0DB3-708F-2F9F-8C0C2BD289AA}"/>
          </ac:picMkLst>
        </pc:picChg>
        <pc:picChg chg="add del mod">
          <ac:chgData name="Monika Ramesh" userId="18e4a5fe4ef239f9" providerId="LiveId" clId="{3C0089E2-22E1-4AFE-A04D-7911EBF8E18C}" dt="2025-12-08T08:04:03.877" v="1615" actId="21"/>
          <ac:picMkLst>
            <pc:docMk/>
            <pc:sldMk cId="1212166703" sldId="262"/>
            <ac:picMk id="3074" creationId="{70C074D5-DD74-EDE7-F538-E021CD8FB755}"/>
          </ac:picMkLst>
        </pc:picChg>
      </pc:sldChg>
      <pc:sldChg chg="add del">
        <pc:chgData name="Monika Ramesh" userId="18e4a5fe4ef239f9" providerId="LiveId" clId="{3C0089E2-22E1-4AFE-A04D-7911EBF8E18C}" dt="2025-12-08T07:25:59.724" v="1091" actId="2696"/>
        <pc:sldMkLst>
          <pc:docMk/>
          <pc:sldMk cId="1664658035" sldId="262"/>
        </pc:sldMkLst>
      </pc:sldChg>
      <pc:sldChg chg="add del">
        <pc:chgData name="Monika Ramesh" userId="18e4a5fe4ef239f9" providerId="LiveId" clId="{3C0089E2-22E1-4AFE-A04D-7911EBF8E18C}" dt="2025-12-08T07:25:06.999" v="1088" actId="2696"/>
        <pc:sldMkLst>
          <pc:docMk/>
          <pc:sldMk cId="1975758972" sldId="262"/>
        </pc:sldMkLst>
      </pc:sldChg>
      <pc:sldChg chg="add del">
        <pc:chgData name="Monika Ramesh" userId="18e4a5fe4ef239f9" providerId="LiveId" clId="{3C0089E2-22E1-4AFE-A04D-7911EBF8E18C}" dt="2025-12-08T07:19:39.183" v="1023" actId="2696"/>
        <pc:sldMkLst>
          <pc:docMk/>
          <pc:sldMk cId="3016877059" sldId="262"/>
        </pc:sldMkLst>
      </pc:sldChg>
      <pc:sldChg chg="new add del setBg">
        <pc:chgData name="Monika Ramesh" userId="18e4a5fe4ef239f9" providerId="LiveId" clId="{3C0089E2-22E1-4AFE-A04D-7911EBF8E18C}" dt="2025-12-08T07:10:50.671" v="952" actId="2696"/>
        <pc:sldMkLst>
          <pc:docMk/>
          <pc:sldMk cId="3374091306" sldId="262"/>
        </pc:sldMkLst>
      </pc:sldChg>
      <pc:sldChg chg="add del">
        <pc:chgData name="Monika Ramesh" userId="18e4a5fe4ef239f9" providerId="LiveId" clId="{3C0089E2-22E1-4AFE-A04D-7911EBF8E18C}" dt="2025-12-08T07:18:46.511" v="1016" actId="47"/>
        <pc:sldMkLst>
          <pc:docMk/>
          <pc:sldMk cId="3389568336" sldId="262"/>
        </pc:sldMkLst>
      </pc:sldChg>
      <pc:sldChg chg="modSp add del mod">
        <pc:chgData name="Monika Ramesh" userId="18e4a5fe4ef239f9" providerId="LiveId" clId="{3C0089E2-22E1-4AFE-A04D-7911EBF8E18C}" dt="2025-12-08T07:25:02.231" v="1087" actId="2696"/>
        <pc:sldMkLst>
          <pc:docMk/>
          <pc:sldMk cId="709580240" sldId="263"/>
        </pc:sldMkLst>
        <pc:spChg chg="mod">
          <ac:chgData name="Monika Ramesh" userId="18e4a5fe4ef239f9" providerId="LiveId" clId="{3C0089E2-22E1-4AFE-A04D-7911EBF8E18C}" dt="2025-12-08T07:23:04.017" v="1060" actId="14100"/>
          <ac:spMkLst>
            <pc:docMk/>
            <pc:sldMk cId="709580240" sldId="263"/>
            <ac:spMk id="2" creationId="{FF722E14-8220-92D4-B9AB-68EF309A6FD2}"/>
          </ac:spMkLst>
        </pc:spChg>
        <pc:spChg chg="mod">
          <ac:chgData name="Monika Ramesh" userId="18e4a5fe4ef239f9" providerId="LiveId" clId="{3C0089E2-22E1-4AFE-A04D-7911EBF8E18C}" dt="2025-12-08T07:23:09.419" v="1061" actId="14100"/>
          <ac:spMkLst>
            <pc:docMk/>
            <pc:sldMk cId="709580240" sldId="263"/>
            <ac:spMk id="3" creationId="{48394A07-69B7-B834-4EF4-2717EC9F79B5}"/>
          </ac:spMkLst>
        </pc:spChg>
      </pc:sldChg>
      <pc:sldChg chg="new del">
        <pc:chgData name="Monika Ramesh" userId="18e4a5fe4ef239f9" providerId="LiveId" clId="{3C0089E2-22E1-4AFE-A04D-7911EBF8E18C}" dt="2025-12-08T07:22:41.693" v="1054" actId="2696"/>
        <pc:sldMkLst>
          <pc:docMk/>
          <pc:sldMk cId="852227890" sldId="263"/>
        </pc:sldMkLst>
      </pc:sldChg>
      <pc:sldChg chg="addSp modSp new del mod">
        <pc:chgData name="Monika Ramesh" userId="18e4a5fe4ef239f9" providerId="LiveId" clId="{3C0089E2-22E1-4AFE-A04D-7911EBF8E18C}" dt="2025-12-08T09:54:42.643" v="3000" actId="2696"/>
        <pc:sldMkLst>
          <pc:docMk/>
          <pc:sldMk cId="1735494481" sldId="263"/>
        </pc:sldMkLst>
        <pc:spChg chg="add mod">
          <ac:chgData name="Monika Ramesh" userId="18e4a5fe4ef239f9" providerId="LiveId" clId="{3C0089E2-22E1-4AFE-A04D-7911EBF8E18C}" dt="2025-12-08T09:27:23.190" v="2859" actId="1076"/>
          <ac:spMkLst>
            <pc:docMk/>
            <pc:sldMk cId="1735494481" sldId="263"/>
            <ac:spMk id="3" creationId="{C31CC1F5-4655-5B15-4F9B-7D7C8D41D4ED}"/>
          </ac:spMkLst>
        </pc:spChg>
        <pc:spChg chg="add mod">
          <ac:chgData name="Monika Ramesh" userId="18e4a5fe4ef239f9" providerId="LiveId" clId="{3C0089E2-22E1-4AFE-A04D-7911EBF8E18C}" dt="2025-12-08T09:28:55.462" v="2892" actId="20577"/>
          <ac:spMkLst>
            <pc:docMk/>
            <pc:sldMk cId="1735494481" sldId="263"/>
            <ac:spMk id="4" creationId="{56F813AD-E885-97AE-4424-AE7BE3EA5B55}"/>
          </ac:spMkLst>
        </pc:spChg>
        <pc:picChg chg="add mod">
          <ac:chgData name="Monika Ramesh" userId="18e4a5fe4ef239f9" providerId="LiveId" clId="{3C0089E2-22E1-4AFE-A04D-7911EBF8E18C}" dt="2025-12-08T08:03:45.851" v="1613" actId="14100"/>
          <ac:picMkLst>
            <pc:docMk/>
            <pc:sldMk cId="1735494481" sldId="263"/>
            <ac:picMk id="2" creationId="{58D8F0D5-FD09-790D-4710-8F37319A3394}"/>
          </ac:picMkLst>
        </pc:picChg>
        <pc:picChg chg="add mod">
          <ac:chgData name="Monika Ramesh" userId="18e4a5fe4ef239f9" providerId="LiveId" clId="{3C0089E2-22E1-4AFE-A04D-7911EBF8E18C}" dt="2025-12-08T07:48:57.593" v="1530" actId="14100"/>
          <ac:picMkLst>
            <pc:docMk/>
            <pc:sldMk cId="1735494481" sldId="263"/>
            <ac:picMk id="2050" creationId="{5D1F3ADA-7E74-8372-CC8C-6BEDD166717F}"/>
          </ac:picMkLst>
        </pc:picChg>
        <pc:picChg chg="add mod">
          <ac:chgData name="Monika Ramesh" userId="18e4a5fe4ef239f9" providerId="LiveId" clId="{3C0089E2-22E1-4AFE-A04D-7911EBF8E18C}" dt="2025-12-08T07:51:19.301" v="1551" actId="14100"/>
          <ac:picMkLst>
            <pc:docMk/>
            <pc:sldMk cId="1735494481" sldId="263"/>
            <ac:picMk id="2052" creationId="{07B0A1AE-1733-3150-F756-693F5C499099}"/>
          </ac:picMkLst>
        </pc:picChg>
        <pc:picChg chg="add mod">
          <ac:chgData name="Monika Ramesh" userId="18e4a5fe4ef239f9" providerId="LiveId" clId="{3C0089E2-22E1-4AFE-A04D-7911EBF8E18C}" dt="2025-12-08T07:50:47.360" v="1544" actId="14100"/>
          <ac:picMkLst>
            <pc:docMk/>
            <pc:sldMk cId="1735494481" sldId="263"/>
            <ac:picMk id="2054" creationId="{EE1FED34-0F54-1AE4-94F2-5A237968C00C}"/>
          </ac:picMkLst>
        </pc:picChg>
      </pc:sldChg>
      <pc:sldChg chg="modSp new del mod">
        <pc:chgData name="Monika Ramesh" userId="18e4a5fe4ef239f9" providerId="LiveId" clId="{3C0089E2-22E1-4AFE-A04D-7911EBF8E18C}" dt="2025-12-08T07:10:54.469" v="953" actId="2696"/>
        <pc:sldMkLst>
          <pc:docMk/>
          <pc:sldMk cId="1808697992" sldId="263"/>
        </pc:sldMkLst>
        <pc:spChg chg="mod">
          <ac:chgData name="Monika Ramesh" userId="18e4a5fe4ef239f9" providerId="LiveId" clId="{3C0089E2-22E1-4AFE-A04D-7911EBF8E18C}" dt="2025-12-08T07:09:47.995" v="946" actId="1076"/>
          <ac:spMkLst>
            <pc:docMk/>
            <pc:sldMk cId="1808697992" sldId="263"/>
            <ac:spMk id="2" creationId="{F9016019-D40C-F8FC-B383-CFA93708A965}"/>
          </ac:spMkLst>
        </pc:spChg>
      </pc:sldChg>
      <pc:sldChg chg="modSp add del mod">
        <pc:chgData name="Monika Ramesh" userId="18e4a5fe4ef239f9" providerId="LiveId" clId="{3C0089E2-22E1-4AFE-A04D-7911EBF8E18C}" dt="2025-12-08T07:04:16.037" v="869" actId="2696"/>
        <pc:sldMkLst>
          <pc:docMk/>
          <pc:sldMk cId="3211638521" sldId="263"/>
        </pc:sldMkLst>
        <pc:spChg chg="mod">
          <ac:chgData name="Monika Ramesh" userId="18e4a5fe4ef239f9" providerId="LiveId" clId="{3C0089E2-22E1-4AFE-A04D-7911EBF8E18C}" dt="2025-12-08T07:01:07.594" v="737" actId="14100"/>
          <ac:spMkLst>
            <pc:docMk/>
            <pc:sldMk cId="3211638521" sldId="263"/>
            <ac:spMk id="2" creationId="{D4E5EC86-8398-014D-AEC9-500933ED44D8}"/>
          </ac:spMkLst>
        </pc:spChg>
        <pc:spChg chg="mod">
          <ac:chgData name="Monika Ramesh" userId="18e4a5fe4ef239f9" providerId="LiveId" clId="{3C0089E2-22E1-4AFE-A04D-7911EBF8E18C}" dt="2025-12-08T07:01:07.821" v="738" actId="14100"/>
          <ac:spMkLst>
            <pc:docMk/>
            <pc:sldMk cId="3211638521" sldId="263"/>
            <ac:spMk id="3" creationId="{EDE7DA77-3806-B7E6-8104-62E154BDD763}"/>
          </ac:spMkLst>
        </pc:spChg>
      </pc:sldChg>
      <pc:sldChg chg="add del">
        <pc:chgData name="Monika Ramesh" userId="18e4a5fe4ef239f9" providerId="LiveId" clId="{3C0089E2-22E1-4AFE-A04D-7911EBF8E18C}" dt="2025-12-08T07:18:47.052" v="1017" actId="47"/>
        <pc:sldMkLst>
          <pc:docMk/>
          <pc:sldMk cId="3854261730" sldId="263"/>
        </pc:sldMkLst>
      </pc:sldChg>
      <pc:sldChg chg="add del">
        <pc:chgData name="Monika Ramesh" userId="18e4a5fe4ef239f9" providerId="LiveId" clId="{3C0089E2-22E1-4AFE-A04D-7911EBF8E18C}" dt="2025-12-08T08:27:54.888" v="2069" actId="2890"/>
        <pc:sldMkLst>
          <pc:docMk/>
          <pc:sldMk cId="1591604621" sldId="264"/>
        </pc:sldMkLst>
      </pc:sldChg>
      <pc:sldChg chg="add del">
        <pc:chgData name="Monika Ramesh" userId="18e4a5fe4ef239f9" providerId="LiveId" clId="{3C0089E2-22E1-4AFE-A04D-7911EBF8E18C}" dt="2025-12-08T08:03:19.544" v="1608" actId="2696"/>
        <pc:sldMkLst>
          <pc:docMk/>
          <pc:sldMk cId="1927486769" sldId="264"/>
        </pc:sldMkLst>
      </pc:sldChg>
      <pc:sldChg chg="addSp modSp add del mod modClrScheme chgLayout">
        <pc:chgData name="Monika Ramesh" userId="18e4a5fe4ef239f9" providerId="LiveId" clId="{3C0089E2-22E1-4AFE-A04D-7911EBF8E18C}" dt="2025-12-08T07:18:45.994" v="1015" actId="47"/>
        <pc:sldMkLst>
          <pc:docMk/>
          <pc:sldMk cId="2357434149" sldId="264"/>
        </pc:sldMkLst>
        <pc:spChg chg="add mod ord">
          <ac:chgData name="Monika Ramesh" userId="18e4a5fe4ef239f9" providerId="LiveId" clId="{3C0089E2-22E1-4AFE-A04D-7911EBF8E18C}" dt="2025-12-08T07:18:34.888" v="1014" actId="700"/>
          <ac:spMkLst>
            <pc:docMk/>
            <pc:sldMk cId="2357434149" sldId="264"/>
            <ac:spMk id="2" creationId="{8865E78C-777E-3696-8FF2-E58FFDFC6590}"/>
          </ac:spMkLst>
        </pc:spChg>
        <pc:spChg chg="add mod">
          <ac:chgData name="Monika Ramesh" userId="18e4a5fe4ef239f9" providerId="LiveId" clId="{3C0089E2-22E1-4AFE-A04D-7911EBF8E18C}" dt="2025-12-08T07:18:16.334" v="1013" actId="14100"/>
          <ac:spMkLst>
            <pc:docMk/>
            <pc:sldMk cId="2357434149" sldId="264"/>
            <ac:spMk id="3" creationId="{C8E609E1-8DCB-BEC4-D4C4-F3E5B7699D75}"/>
          </ac:spMkLst>
        </pc:spChg>
        <pc:spChg chg="add mod ord">
          <ac:chgData name="Monika Ramesh" userId="18e4a5fe4ef239f9" providerId="LiveId" clId="{3C0089E2-22E1-4AFE-A04D-7911EBF8E18C}" dt="2025-12-08T07:18:34.888" v="1014" actId="700"/>
          <ac:spMkLst>
            <pc:docMk/>
            <pc:sldMk cId="2357434149" sldId="264"/>
            <ac:spMk id="4" creationId="{30D738AB-D60D-4470-F160-FEAA34A6E5CC}"/>
          </ac:spMkLst>
        </pc:spChg>
      </pc:sldChg>
      <pc:sldChg chg="addSp modSp new mod modClrScheme chgLayout">
        <pc:chgData name="Monika Ramesh" userId="18e4a5fe4ef239f9" providerId="LiveId" clId="{3C0089E2-22E1-4AFE-A04D-7911EBF8E18C}" dt="2025-12-09T10:49:53.158" v="5346"/>
        <pc:sldMkLst>
          <pc:docMk/>
          <pc:sldMk cId="3993500697" sldId="264"/>
        </pc:sldMkLst>
        <pc:spChg chg="add mod">
          <ac:chgData name="Monika Ramesh" userId="18e4a5fe4ef239f9" providerId="LiveId" clId="{3C0089E2-22E1-4AFE-A04D-7911EBF8E18C}" dt="2025-12-09T10:49:53.158" v="5346"/>
          <ac:spMkLst>
            <pc:docMk/>
            <pc:sldMk cId="3993500697" sldId="264"/>
            <ac:spMk id="2" creationId="{F8998A7E-EBEB-6973-28B2-86B49498E6F3}"/>
          </ac:spMkLst>
        </pc:spChg>
        <pc:spChg chg="add mod">
          <ac:chgData name="Monika Ramesh" userId="18e4a5fe4ef239f9" providerId="LiveId" clId="{3C0089E2-22E1-4AFE-A04D-7911EBF8E18C}" dt="2025-12-08T14:54:07.773" v="5076" actId="27636"/>
          <ac:spMkLst>
            <pc:docMk/>
            <pc:sldMk cId="3993500697" sldId="264"/>
            <ac:spMk id="3" creationId="{4116D97A-13E1-23BE-0F30-E12918CD212C}"/>
          </ac:spMkLst>
        </pc:spChg>
      </pc:sldChg>
      <pc:sldChg chg="addSp delSp modSp add mod">
        <pc:chgData name="Monika Ramesh" userId="18e4a5fe4ef239f9" providerId="LiveId" clId="{3C0089E2-22E1-4AFE-A04D-7911EBF8E18C}" dt="2025-12-08T14:54:38.578" v="5077" actId="1076"/>
        <pc:sldMkLst>
          <pc:docMk/>
          <pc:sldMk cId="1221711870" sldId="265"/>
        </pc:sldMkLst>
        <pc:spChg chg="mod">
          <ac:chgData name="Monika Ramesh" userId="18e4a5fe4ef239f9" providerId="LiveId" clId="{3C0089E2-22E1-4AFE-A04D-7911EBF8E18C}" dt="2025-12-08T14:54:38.578" v="5077" actId="1076"/>
          <ac:spMkLst>
            <pc:docMk/>
            <pc:sldMk cId="1221711870" sldId="265"/>
            <ac:spMk id="2" creationId="{3476DDE0-1A96-440C-D5E3-703D1C10E606}"/>
          </ac:spMkLst>
        </pc:spChg>
        <pc:spChg chg="add del mod">
          <ac:chgData name="Monika Ramesh" userId="18e4a5fe4ef239f9" providerId="LiveId" clId="{3C0089E2-22E1-4AFE-A04D-7911EBF8E18C}" dt="2025-12-08T12:40:09.623" v="4608" actId="1036"/>
          <ac:spMkLst>
            <pc:docMk/>
            <pc:sldMk cId="1221711870" sldId="265"/>
            <ac:spMk id="3" creationId="{527CC155-E966-45F5-9AF3-02D57D35C63C}"/>
          </ac:spMkLst>
        </pc:spChg>
        <pc:spChg chg="add del mod">
          <ac:chgData name="Monika Ramesh" userId="18e4a5fe4ef239f9" providerId="LiveId" clId="{3C0089E2-22E1-4AFE-A04D-7911EBF8E18C}" dt="2025-12-08T08:49:45.478" v="2602" actId="21"/>
          <ac:spMkLst>
            <pc:docMk/>
            <pc:sldMk cId="1221711870" sldId="265"/>
            <ac:spMk id="4" creationId="{BCBF830F-9B38-C09F-1263-3E9637543102}"/>
          </ac:spMkLst>
        </pc:spChg>
        <pc:spChg chg="add del">
          <ac:chgData name="Monika Ramesh" userId="18e4a5fe4ef239f9" providerId="LiveId" clId="{3C0089E2-22E1-4AFE-A04D-7911EBF8E18C}" dt="2025-12-08T08:45:51.569" v="2580" actId="21"/>
          <ac:spMkLst>
            <pc:docMk/>
            <pc:sldMk cId="1221711870" sldId="265"/>
            <ac:spMk id="5" creationId="{04C1A233-BF76-13AB-B532-D15A2D518B31}"/>
          </ac:spMkLst>
        </pc:spChg>
        <pc:spChg chg="add del mod">
          <ac:chgData name="Monika Ramesh" userId="18e4a5fe4ef239f9" providerId="LiveId" clId="{3C0089E2-22E1-4AFE-A04D-7911EBF8E18C}" dt="2025-12-08T09:43:32.554" v="2972" actId="21"/>
          <ac:spMkLst>
            <pc:docMk/>
            <pc:sldMk cId="1221711870" sldId="265"/>
            <ac:spMk id="10" creationId="{64460543-01F8-5BA9-1B5A-131B189D70EC}"/>
          </ac:spMkLst>
        </pc:spChg>
        <pc:spChg chg="add del mod">
          <ac:chgData name="Monika Ramesh" userId="18e4a5fe4ef239f9" providerId="LiveId" clId="{3C0089E2-22E1-4AFE-A04D-7911EBF8E18C}" dt="2025-12-08T09:43:26.096" v="2971" actId="21"/>
          <ac:spMkLst>
            <pc:docMk/>
            <pc:sldMk cId="1221711870" sldId="265"/>
            <ac:spMk id="11" creationId="{911876C7-2CF8-251C-D862-CE62ACF3C0A7}"/>
          </ac:spMkLst>
        </pc:spChg>
        <pc:spChg chg="add mod">
          <ac:chgData name="Monika Ramesh" userId="18e4a5fe4ef239f9" providerId="LiveId" clId="{3C0089E2-22E1-4AFE-A04D-7911EBF8E18C}" dt="2025-12-08T09:48:02.780" v="2982" actId="20577"/>
          <ac:spMkLst>
            <pc:docMk/>
            <pc:sldMk cId="1221711870" sldId="265"/>
            <ac:spMk id="12" creationId="{D954DB10-EEFF-84AF-DE19-27D0B835AB83}"/>
          </ac:spMkLst>
        </pc:spChg>
        <pc:spChg chg="add del mod">
          <ac:chgData name="Monika Ramesh" userId="18e4a5fe4ef239f9" providerId="LiveId" clId="{3C0089E2-22E1-4AFE-A04D-7911EBF8E18C}" dt="2025-12-08T09:43:04.383" v="2970" actId="21"/>
          <ac:spMkLst>
            <pc:docMk/>
            <pc:sldMk cId="1221711870" sldId="265"/>
            <ac:spMk id="14" creationId="{C290B6CD-F28E-2858-4108-2D9D6376C0DB}"/>
          </ac:spMkLst>
        </pc:spChg>
        <pc:spChg chg="add del">
          <ac:chgData name="Monika Ramesh" userId="18e4a5fe4ef239f9" providerId="LiveId" clId="{3C0089E2-22E1-4AFE-A04D-7911EBF8E18C}" dt="2025-12-08T12:39:01.758" v="4594" actId="11529"/>
          <ac:spMkLst>
            <pc:docMk/>
            <pc:sldMk cId="1221711870" sldId="265"/>
            <ac:spMk id="23" creationId="{C3D8AFF8-5413-C8EA-3527-41D36E07CEAB}"/>
          </ac:spMkLst>
        </pc:spChg>
        <pc:spChg chg="add del mod">
          <ac:chgData name="Monika Ramesh" userId="18e4a5fe4ef239f9" providerId="LiveId" clId="{3C0089E2-22E1-4AFE-A04D-7911EBF8E18C}" dt="2025-12-08T12:44:49.986" v="4645" actId="478"/>
          <ac:spMkLst>
            <pc:docMk/>
            <pc:sldMk cId="1221711870" sldId="265"/>
            <ac:spMk id="24" creationId="{FF09A4D7-C865-0170-1C80-3D5AFF96CE84}"/>
          </ac:spMkLst>
        </pc:spChg>
        <pc:picChg chg="add mod">
          <ac:chgData name="Monika Ramesh" userId="18e4a5fe4ef239f9" providerId="LiveId" clId="{3C0089E2-22E1-4AFE-A04D-7911EBF8E18C}" dt="2025-12-08T09:44:12.825" v="2979" actId="1076"/>
          <ac:picMkLst>
            <pc:docMk/>
            <pc:sldMk cId="1221711870" sldId="265"/>
            <ac:picMk id="7" creationId="{D6B00A8D-7BEE-F286-C723-F16D647E5A3E}"/>
          </ac:picMkLst>
        </pc:picChg>
        <pc:picChg chg="add mod">
          <ac:chgData name="Monika Ramesh" userId="18e4a5fe4ef239f9" providerId="LiveId" clId="{3C0089E2-22E1-4AFE-A04D-7911EBF8E18C}" dt="2025-12-08T12:13:32.691" v="4524" actId="931"/>
          <ac:picMkLst>
            <pc:docMk/>
            <pc:sldMk cId="1221711870" sldId="265"/>
            <ac:picMk id="16" creationId="{956735F9-2E44-B742-9C67-4E3833AC83B4}"/>
          </ac:picMkLst>
        </pc:picChg>
        <pc:picChg chg="add mod">
          <ac:chgData name="Monika Ramesh" userId="18e4a5fe4ef239f9" providerId="LiveId" clId="{3C0089E2-22E1-4AFE-A04D-7911EBF8E18C}" dt="2025-12-08T12:45:02.952" v="4648" actId="14100"/>
          <ac:picMkLst>
            <pc:docMk/>
            <pc:sldMk cId="1221711870" sldId="265"/>
            <ac:picMk id="18" creationId="{0CF145C2-16CC-2A9B-E761-A9730583BC39}"/>
          </ac:picMkLst>
        </pc:picChg>
        <pc:cxnChg chg="add del mod">
          <ac:chgData name="Monika Ramesh" userId="18e4a5fe4ef239f9" providerId="LiveId" clId="{3C0089E2-22E1-4AFE-A04D-7911EBF8E18C}" dt="2025-12-08T09:03:16.543" v="2614" actId="21"/>
          <ac:cxnSpMkLst>
            <pc:docMk/>
            <pc:sldMk cId="1221711870" sldId="265"/>
            <ac:cxnSpMk id="9" creationId="{87F67352-E248-4C33-6073-B2DB2667E568}"/>
          </ac:cxnSpMkLst>
        </pc:cxnChg>
        <pc:cxnChg chg="add del mod">
          <ac:chgData name="Monika Ramesh" userId="18e4a5fe4ef239f9" providerId="LiveId" clId="{3C0089E2-22E1-4AFE-A04D-7911EBF8E18C}" dt="2025-12-08T12:39:03.897" v="4599" actId="11529"/>
          <ac:cxnSpMkLst>
            <pc:docMk/>
            <pc:sldMk cId="1221711870" sldId="265"/>
            <ac:cxnSpMk id="20" creationId="{88BAE15D-3164-1D1E-F667-E44A04118089}"/>
          </ac:cxnSpMkLst>
        </pc:cxnChg>
      </pc:sldChg>
      <pc:sldChg chg="add del">
        <pc:chgData name="Monika Ramesh" userId="18e4a5fe4ef239f9" providerId="LiveId" clId="{3C0089E2-22E1-4AFE-A04D-7911EBF8E18C}" dt="2025-12-08T08:03:23.624" v="1609" actId="2696"/>
        <pc:sldMkLst>
          <pc:docMk/>
          <pc:sldMk cId="1686146537" sldId="265"/>
        </pc:sldMkLst>
      </pc:sldChg>
      <pc:sldChg chg="addSp delSp modSp add mod">
        <pc:chgData name="Monika Ramesh" userId="18e4a5fe4ef239f9" providerId="LiveId" clId="{3C0089E2-22E1-4AFE-A04D-7911EBF8E18C}" dt="2025-12-08T14:54:54.387" v="5079" actId="1076"/>
        <pc:sldMkLst>
          <pc:docMk/>
          <pc:sldMk cId="1454646062" sldId="266"/>
        </pc:sldMkLst>
        <pc:spChg chg="mod">
          <ac:chgData name="Monika Ramesh" userId="18e4a5fe4ef239f9" providerId="LiveId" clId="{3C0089E2-22E1-4AFE-A04D-7911EBF8E18C}" dt="2025-12-08T14:54:49.909" v="5078" actId="1076"/>
          <ac:spMkLst>
            <pc:docMk/>
            <pc:sldMk cId="1454646062" sldId="266"/>
            <ac:spMk id="2" creationId="{763D4836-11A0-19C0-8F72-0D4941F9BE8C}"/>
          </ac:spMkLst>
        </pc:spChg>
        <pc:spChg chg="mod">
          <ac:chgData name="Monika Ramesh" userId="18e4a5fe4ef239f9" providerId="LiveId" clId="{3C0089E2-22E1-4AFE-A04D-7911EBF8E18C}" dt="2025-12-08T14:54:54.387" v="5079" actId="1076"/>
          <ac:spMkLst>
            <pc:docMk/>
            <pc:sldMk cId="1454646062" sldId="266"/>
            <ac:spMk id="3" creationId="{C0FC03BF-AFC2-52CD-51C5-A509857085F4}"/>
          </ac:spMkLst>
        </pc:spChg>
        <pc:spChg chg="add mod">
          <ac:chgData name="Monika Ramesh" userId="18e4a5fe4ef239f9" providerId="LiveId" clId="{3C0089E2-22E1-4AFE-A04D-7911EBF8E18C}" dt="2025-12-08T09:53:05.305" v="2988"/>
          <ac:spMkLst>
            <pc:docMk/>
            <pc:sldMk cId="1454646062" sldId="266"/>
            <ac:spMk id="6" creationId="{21AA12BF-D71E-9189-3F74-F237558F20D5}"/>
          </ac:spMkLst>
        </pc:spChg>
        <pc:spChg chg="del mod">
          <ac:chgData name="Monika Ramesh" userId="18e4a5fe4ef239f9" providerId="LiveId" clId="{3C0089E2-22E1-4AFE-A04D-7911EBF8E18C}" dt="2025-12-08T09:32:23.257" v="2913" actId="21"/>
          <ac:spMkLst>
            <pc:docMk/>
            <pc:sldMk cId="1454646062" sldId="266"/>
            <ac:spMk id="10" creationId="{911876C7-2CF8-251C-D862-CE62ACF3C0A7}"/>
          </ac:spMkLst>
        </pc:spChg>
        <pc:spChg chg="add del mod">
          <ac:chgData name="Monika Ramesh" userId="18e4a5fe4ef239f9" providerId="LiveId" clId="{3C0089E2-22E1-4AFE-A04D-7911EBF8E18C}" dt="2025-12-08T12:43:44.988" v="4639" actId="478"/>
          <ac:spMkLst>
            <pc:docMk/>
            <pc:sldMk cId="1454646062" sldId="266"/>
            <ac:spMk id="11" creationId="{EAA79097-27D2-C441-C0CA-2DEF27382369}"/>
          </ac:spMkLst>
        </pc:spChg>
        <pc:spChg chg="add del mod">
          <ac:chgData name="Monika Ramesh" userId="18e4a5fe4ef239f9" providerId="LiveId" clId="{3C0089E2-22E1-4AFE-A04D-7911EBF8E18C}" dt="2025-12-08T12:44:46.982" v="4644" actId="478"/>
          <ac:spMkLst>
            <pc:docMk/>
            <pc:sldMk cId="1454646062" sldId="266"/>
            <ac:spMk id="12" creationId="{6667B921-E956-8D7D-1B19-8771C5913782}"/>
          </ac:spMkLst>
        </pc:spChg>
        <pc:spChg chg="add del">
          <ac:chgData name="Monika Ramesh" userId="18e4a5fe4ef239f9" providerId="LiveId" clId="{3C0089E2-22E1-4AFE-A04D-7911EBF8E18C}" dt="2025-12-08T12:44:17.004" v="4643" actId="478"/>
          <ac:spMkLst>
            <pc:docMk/>
            <pc:sldMk cId="1454646062" sldId="266"/>
            <ac:spMk id="13" creationId="{92FFA3A8-1E82-BCAD-4EEE-5B7EA63310E3}"/>
          </ac:spMkLst>
        </pc:spChg>
        <pc:picChg chg="add mod">
          <ac:chgData name="Monika Ramesh" userId="18e4a5fe4ef239f9" providerId="LiveId" clId="{3C0089E2-22E1-4AFE-A04D-7911EBF8E18C}" dt="2025-12-08T09:40:56.402" v="2946" actId="14100"/>
          <ac:picMkLst>
            <pc:docMk/>
            <pc:sldMk cId="1454646062" sldId="266"/>
            <ac:picMk id="5" creationId="{CC6470C5-8885-7E51-AA4C-3348F0724873}"/>
          </ac:picMkLst>
        </pc:picChg>
        <pc:picChg chg="del">
          <ac:chgData name="Monika Ramesh" userId="18e4a5fe4ef239f9" providerId="LiveId" clId="{3C0089E2-22E1-4AFE-A04D-7911EBF8E18C}" dt="2025-12-08T09:08:24.489" v="2761" actId="478"/>
          <ac:picMkLst>
            <pc:docMk/>
            <pc:sldMk cId="1454646062" sldId="266"/>
            <ac:picMk id="7" creationId="{49730474-C9DF-31ED-F000-65C1DFB495F1}"/>
          </ac:picMkLst>
        </pc:picChg>
        <pc:picChg chg="add mod">
          <ac:chgData name="Monika Ramesh" userId="18e4a5fe4ef239f9" providerId="LiveId" clId="{3C0089E2-22E1-4AFE-A04D-7911EBF8E18C}" dt="2025-12-08T12:45:17.265" v="4651" actId="1076"/>
          <ac:picMkLst>
            <pc:docMk/>
            <pc:sldMk cId="1454646062" sldId="266"/>
            <ac:picMk id="9" creationId="{8007F786-8CF4-A99B-8273-288159149DD3}"/>
          </ac:picMkLst>
        </pc:picChg>
      </pc:sldChg>
      <pc:sldChg chg="addSp delSp modSp add mod">
        <pc:chgData name="Monika Ramesh" userId="18e4a5fe4ef239f9" providerId="LiveId" clId="{3C0089E2-22E1-4AFE-A04D-7911EBF8E18C}" dt="2025-12-09T10:38:41.286" v="5282" actId="1035"/>
        <pc:sldMkLst>
          <pc:docMk/>
          <pc:sldMk cId="2543018614" sldId="267"/>
        </pc:sldMkLst>
        <pc:spChg chg="mod">
          <ac:chgData name="Monika Ramesh" userId="18e4a5fe4ef239f9" providerId="LiveId" clId="{3C0089E2-22E1-4AFE-A04D-7911EBF8E18C}" dt="2025-12-09T10:38:35.223" v="5278" actId="14100"/>
          <ac:spMkLst>
            <pc:docMk/>
            <pc:sldMk cId="2543018614" sldId="267"/>
            <ac:spMk id="2" creationId="{1B17989A-4EB0-BC1F-3207-1CC0EF7D265F}"/>
          </ac:spMkLst>
        </pc:spChg>
        <pc:spChg chg="mod">
          <ac:chgData name="Monika Ramesh" userId="18e4a5fe4ef239f9" providerId="LiveId" clId="{3C0089E2-22E1-4AFE-A04D-7911EBF8E18C}" dt="2025-12-09T10:38:41.286" v="5282" actId="1035"/>
          <ac:spMkLst>
            <pc:docMk/>
            <pc:sldMk cId="2543018614" sldId="267"/>
            <ac:spMk id="3" creationId="{005F3C6C-0A12-E297-E847-E857F6DEA2E5}"/>
          </ac:spMkLst>
        </pc:spChg>
        <pc:spChg chg="add mod">
          <ac:chgData name="Monika Ramesh" userId="18e4a5fe4ef239f9" providerId="LiveId" clId="{3C0089E2-22E1-4AFE-A04D-7911EBF8E18C}" dt="2025-12-08T09:53:54.653" v="2992"/>
          <ac:spMkLst>
            <pc:docMk/>
            <pc:sldMk cId="2543018614" sldId="267"/>
            <ac:spMk id="7" creationId="{4954F717-DDF4-BE7C-9CF8-12314FD37AAF}"/>
          </ac:spMkLst>
        </pc:spChg>
        <pc:spChg chg="add mod">
          <ac:chgData name="Monika Ramesh" userId="18e4a5fe4ef239f9" providerId="LiveId" clId="{3C0089E2-22E1-4AFE-A04D-7911EBF8E18C}" dt="2025-12-08T09:53:57.885" v="2994"/>
          <ac:spMkLst>
            <pc:docMk/>
            <pc:sldMk cId="2543018614" sldId="267"/>
            <ac:spMk id="8" creationId="{A0B8F24A-ADB0-8277-250F-B5EDB5FF0B67}"/>
          </ac:spMkLst>
        </pc:spChg>
        <pc:spChg chg="add mod">
          <ac:chgData name="Monika Ramesh" userId="18e4a5fe4ef239f9" providerId="LiveId" clId="{3C0089E2-22E1-4AFE-A04D-7911EBF8E18C}" dt="2025-12-08T09:54:07.623" v="2996"/>
          <ac:spMkLst>
            <pc:docMk/>
            <pc:sldMk cId="2543018614" sldId="267"/>
            <ac:spMk id="9" creationId="{213596A3-FC58-30B8-CC50-1423F03B7876}"/>
          </ac:spMkLst>
        </pc:spChg>
        <pc:spChg chg="add del mod">
          <ac:chgData name="Monika Ramesh" userId="18e4a5fe4ef239f9" providerId="LiveId" clId="{3C0089E2-22E1-4AFE-A04D-7911EBF8E18C}" dt="2025-12-08T09:53:35.888" v="2989" actId="21"/>
          <ac:spMkLst>
            <pc:docMk/>
            <pc:sldMk cId="2543018614" sldId="267"/>
            <ac:spMk id="10" creationId="{DE53630E-182E-B4A3-C598-D9047BC83BC3}"/>
          </ac:spMkLst>
        </pc:spChg>
        <pc:spChg chg="add mod">
          <ac:chgData name="Monika Ramesh" userId="18e4a5fe4ef239f9" providerId="LiveId" clId="{3C0089E2-22E1-4AFE-A04D-7911EBF8E18C}" dt="2025-12-08T09:55:51.171" v="3006" actId="20577"/>
          <ac:spMkLst>
            <pc:docMk/>
            <pc:sldMk cId="2543018614" sldId="267"/>
            <ac:spMk id="11" creationId="{764F1840-43CE-7056-8D15-488F7233300F}"/>
          </ac:spMkLst>
        </pc:spChg>
        <pc:spChg chg="add del mod">
          <ac:chgData name="Monika Ramesh" userId="18e4a5fe4ef239f9" providerId="LiveId" clId="{3C0089E2-22E1-4AFE-A04D-7911EBF8E18C}" dt="2025-12-08T12:42:09.541" v="4633" actId="478"/>
          <ac:spMkLst>
            <pc:docMk/>
            <pc:sldMk cId="2543018614" sldId="267"/>
            <ac:spMk id="14" creationId="{0C1D4D1B-9252-CF85-3849-DCFB89E019A9}"/>
          </ac:spMkLst>
        </pc:spChg>
        <pc:spChg chg="add del">
          <ac:chgData name="Monika Ramesh" userId="18e4a5fe4ef239f9" providerId="LiveId" clId="{3C0089E2-22E1-4AFE-A04D-7911EBF8E18C}" dt="2025-12-08T12:42:54.262" v="4635" actId="478"/>
          <ac:spMkLst>
            <pc:docMk/>
            <pc:sldMk cId="2543018614" sldId="267"/>
            <ac:spMk id="15" creationId="{995AD297-D76B-7564-25A9-552CD2169059}"/>
          </ac:spMkLst>
        </pc:spChg>
        <pc:spChg chg="add del mod">
          <ac:chgData name="Monika Ramesh" userId="18e4a5fe4ef239f9" providerId="LiveId" clId="{3C0089E2-22E1-4AFE-A04D-7911EBF8E18C}" dt="2025-12-08T12:44:52.849" v="4646" actId="478"/>
          <ac:spMkLst>
            <pc:docMk/>
            <pc:sldMk cId="2543018614" sldId="267"/>
            <ac:spMk id="16" creationId="{E0F4BB05-BDC2-A638-366D-BCCFE51D6EDB}"/>
          </ac:spMkLst>
        </pc:spChg>
        <pc:picChg chg="del">
          <ac:chgData name="Monika Ramesh" userId="18e4a5fe4ef239f9" providerId="LiveId" clId="{3C0089E2-22E1-4AFE-A04D-7911EBF8E18C}" dt="2025-12-08T09:12:49.169" v="2776" actId="21"/>
          <ac:picMkLst>
            <pc:docMk/>
            <pc:sldMk cId="2543018614" sldId="267"/>
            <ac:picMk id="5" creationId="{41082B33-1945-CDE6-548B-0D4D153E94FC}"/>
          </ac:picMkLst>
        </pc:picChg>
        <pc:picChg chg="add mod">
          <ac:chgData name="Monika Ramesh" userId="18e4a5fe4ef239f9" providerId="LiveId" clId="{3C0089E2-22E1-4AFE-A04D-7911EBF8E18C}" dt="2025-12-08T09:53:38.883" v="2990" actId="1076"/>
          <ac:picMkLst>
            <pc:docMk/>
            <pc:sldMk cId="2543018614" sldId="267"/>
            <ac:picMk id="6" creationId="{43F1069F-EBAB-85D3-F8AA-83CEDB607314}"/>
          </ac:picMkLst>
        </pc:picChg>
        <pc:picChg chg="add mod">
          <ac:chgData name="Monika Ramesh" userId="18e4a5fe4ef239f9" providerId="LiveId" clId="{3C0089E2-22E1-4AFE-A04D-7911EBF8E18C}" dt="2025-12-08T12:45:28.396" v="4653" actId="14100"/>
          <ac:picMkLst>
            <pc:docMk/>
            <pc:sldMk cId="2543018614" sldId="267"/>
            <ac:picMk id="13" creationId="{B4524C24-5CF0-F08B-72E8-703E88058EDE}"/>
          </ac:picMkLst>
        </pc:picChg>
      </pc:sldChg>
      <pc:sldChg chg="addSp delSp modSp add mod">
        <pc:chgData name="Monika Ramesh" userId="18e4a5fe4ef239f9" providerId="LiveId" clId="{3C0089E2-22E1-4AFE-A04D-7911EBF8E18C}" dt="2025-12-08T14:55:39.151" v="5083" actId="1076"/>
        <pc:sldMkLst>
          <pc:docMk/>
          <pc:sldMk cId="3068632029" sldId="268"/>
        </pc:sldMkLst>
        <pc:spChg chg="mod">
          <ac:chgData name="Monika Ramesh" userId="18e4a5fe4ef239f9" providerId="LiveId" clId="{3C0089E2-22E1-4AFE-A04D-7911EBF8E18C}" dt="2025-12-08T14:55:18.514" v="5082" actId="1076"/>
          <ac:spMkLst>
            <pc:docMk/>
            <pc:sldMk cId="3068632029" sldId="268"/>
            <ac:spMk id="2" creationId="{96FEACF3-B66B-8144-3F28-B5A70619DAB5}"/>
          </ac:spMkLst>
        </pc:spChg>
        <pc:spChg chg="mod">
          <ac:chgData name="Monika Ramesh" userId="18e4a5fe4ef239f9" providerId="LiveId" clId="{3C0089E2-22E1-4AFE-A04D-7911EBF8E18C}" dt="2025-12-08T14:55:39.151" v="5083" actId="1076"/>
          <ac:spMkLst>
            <pc:docMk/>
            <pc:sldMk cId="3068632029" sldId="268"/>
            <ac:spMk id="3" creationId="{77FFB639-90EE-90B4-FF0A-0CCC5E2FE52E}"/>
          </ac:spMkLst>
        </pc:spChg>
        <pc:spChg chg="mod">
          <ac:chgData name="Monika Ramesh" userId="18e4a5fe4ef239f9" providerId="LiveId" clId="{3C0089E2-22E1-4AFE-A04D-7911EBF8E18C}" dt="2025-12-08T10:09:52.468" v="3141"/>
          <ac:spMkLst>
            <pc:docMk/>
            <pc:sldMk cId="3068632029" sldId="268"/>
            <ac:spMk id="11" creationId="{916909F9-06C0-98D5-22BC-986C927EF3E5}"/>
          </ac:spMkLst>
        </pc:spChg>
        <pc:picChg chg="add mod">
          <ac:chgData name="Monika Ramesh" userId="18e4a5fe4ef239f9" providerId="LiveId" clId="{3C0089E2-22E1-4AFE-A04D-7911EBF8E18C}" dt="2025-12-08T12:46:04.228" v="4659" actId="14100"/>
          <ac:picMkLst>
            <pc:docMk/>
            <pc:sldMk cId="3068632029" sldId="268"/>
            <ac:picMk id="5" creationId="{33375362-C3AB-0460-4D12-45348D883A79}"/>
          </ac:picMkLst>
        </pc:picChg>
        <pc:picChg chg="del">
          <ac:chgData name="Monika Ramesh" userId="18e4a5fe4ef239f9" providerId="LiveId" clId="{3C0089E2-22E1-4AFE-A04D-7911EBF8E18C}" dt="2025-12-08T10:10:04.340" v="3142" actId="21"/>
          <ac:picMkLst>
            <pc:docMk/>
            <pc:sldMk cId="3068632029" sldId="268"/>
            <ac:picMk id="6" creationId="{126241AC-D48D-009D-337D-B2890CFDA846}"/>
          </ac:picMkLst>
        </pc:picChg>
        <pc:picChg chg="add mod">
          <ac:chgData name="Monika Ramesh" userId="18e4a5fe4ef239f9" providerId="LiveId" clId="{3C0089E2-22E1-4AFE-A04D-7911EBF8E18C}" dt="2025-12-08T13:01:24.584" v="4691" actId="14100"/>
          <ac:picMkLst>
            <pc:docMk/>
            <pc:sldMk cId="3068632029" sldId="268"/>
            <ac:picMk id="8" creationId="{EE365D32-2E35-5C16-BB93-BA23FE4A9EB4}"/>
          </ac:picMkLst>
        </pc:picChg>
      </pc:sldChg>
      <pc:sldChg chg="addSp delSp modSp add mod">
        <pc:chgData name="Monika Ramesh" userId="18e4a5fe4ef239f9" providerId="LiveId" clId="{3C0089E2-22E1-4AFE-A04D-7911EBF8E18C}" dt="2025-12-08T14:56:21.032" v="5087" actId="1076"/>
        <pc:sldMkLst>
          <pc:docMk/>
          <pc:sldMk cId="1236692101" sldId="269"/>
        </pc:sldMkLst>
        <pc:spChg chg="mod">
          <ac:chgData name="Monika Ramesh" userId="18e4a5fe4ef239f9" providerId="LiveId" clId="{3C0089E2-22E1-4AFE-A04D-7911EBF8E18C}" dt="2025-12-08T14:56:14.632" v="5086" actId="1076"/>
          <ac:spMkLst>
            <pc:docMk/>
            <pc:sldMk cId="1236692101" sldId="269"/>
            <ac:spMk id="2" creationId="{594CC5C1-FBBB-A3EA-3BE0-B3E705DCB70C}"/>
          </ac:spMkLst>
        </pc:spChg>
        <pc:spChg chg="mod">
          <ac:chgData name="Monika Ramesh" userId="18e4a5fe4ef239f9" providerId="LiveId" clId="{3C0089E2-22E1-4AFE-A04D-7911EBF8E18C}" dt="2025-12-08T14:56:21.032" v="5087" actId="1076"/>
          <ac:spMkLst>
            <pc:docMk/>
            <pc:sldMk cId="1236692101" sldId="269"/>
            <ac:spMk id="3" creationId="{B215D9AF-DFD2-444F-D691-F2020DA5EEA8}"/>
          </ac:spMkLst>
        </pc:spChg>
        <pc:spChg chg="mod">
          <ac:chgData name="Monika Ramesh" userId="18e4a5fe4ef239f9" providerId="LiveId" clId="{3C0089E2-22E1-4AFE-A04D-7911EBF8E18C}" dt="2025-12-08T10:15:30.502" v="3461"/>
          <ac:spMkLst>
            <pc:docMk/>
            <pc:sldMk cId="1236692101" sldId="269"/>
            <ac:spMk id="11" creationId="{44DF98DA-36F4-0783-0CA9-62FA494664C6}"/>
          </ac:spMkLst>
        </pc:spChg>
        <pc:picChg chg="add">
          <ac:chgData name="Monika Ramesh" userId="18e4a5fe4ef239f9" providerId="LiveId" clId="{3C0089E2-22E1-4AFE-A04D-7911EBF8E18C}" dt="2025-12-08T12:02:23.769" v="4511" actId="22"/>
          <ac:picMkLst>
            <pc:docMk/>
            <pc:sldMk cId="1236692101" sldId="269"/>
            <ac:picMk id="5" creationId="{739607BD-9B81-31CC-DB52-1B92577CDED3}"/>
          </ac:picMkLst>
        </pc:picChg>
        <pc:picChg chg="del">
          <ac:chgData name="Monika Ramesh" userId="18e4a5fe4ef239f9" providerId="LiveId" clId="{3C0089E2-22E1-4AFE-A04D-7911EBF8E18C}" dt="2025-12-08T10:10:14.133" v="3143" actId="21"/>
          <ac:picMkLst>
            <pc:docMk/>
            <pc:sldMk cId="1236692101" sldId="269"/>
            <ac:picMk id="6" creationId="{A8CC4C9A-5312-FFCC-94E9-DEB28ED05989}"/>
          </ac:picMkLst>
        </pc:picChg>
        <pc:picChg chg="add mod">
          <ac:chgData name="Monika Ramesh" userId="18e4a5fe4ef239f9" providerId="LiveId" clId="{3C0089E2-22E1-4AFE-A04D-7911EBF8E18C}" dt="2025-12-08T14:39:35.606" v="5058" actId="1036"/>
          <ac:picMkLst>
            <pc:docMk/>
            <pc:sldMk cId="1236692101" sldId="269"/>
            <ac:picMk id="8" creationId="{42AEC97F-9E62-5E83-71F1-05162378C26A}"/>
          </ac:picMkLst>
        </pc:picChg>
      </pc:sldChg>
      <pc:sldChg chg="addSp delSp modSp add mod">
        <pc:chgData name="Monika Ramesh" userId="18e4a5fe4ef239f9" providerId="LiveId" clId="{3C0089E2-22E1-4AFE-A04D-7911EBF8E18C}" dt="2025-12-09T11:20:19.803" v="5665" actId="1076"/>
        <pc:sldMkLst>
          <pc:docMk/>
          <pc:sldMk cId="4203082905" sldId="270"/>
        </pc:sldMkLst>
        <pc:spChg chg="mod">
          <ac:chgData name="Monika Ramesh" userId="18e4a5fe4ef239f9" providerId="LiveId" clId="{3C0089E2-22E1-4AFE-A04D-7911EBF8E18C}" dt="2025-12-08T14:57:37.781" v="5095" actId="1076"/>
          <ac:spMkLst>
            <pc:docMk/>
            <pc:sldMk cId="4203082905" sldId="270"/>
            <ac:spMk id="2" creationId="{70ED5042-BCAB-D1F7-C6D4-9B9F5BACA536}"/>
          </ac:spMkLst>
        </pc:spChg>
        <pc:spChg chg="mod">
          <ac:chgData name="Monika Ramesh" userId="18e4a5fe4ef239f9" providerId="LiveId" clId="{3C0089E2-22E1-4AFE-A04D-7911EBF8E18C}" dt="2025-12-08T14:57:44.170" v="5096" actId="14100"/>
          <ac:spMkLst>
            <pc:docMk/>
            <pc:sldMk cId="4203082905" sldId="270"/>
            <ac:spMk id="3" creationId="{8A73C280-FE0B-B3E3-BBD5-55C91AEBB165}"/>
          </ac:spMkLst>
        </pc:spChg>
        <pc:spChg chg="mod">
          <ac:chgData name="Monika Ramesh" userId="18e4a5fe4ef239f9" providerId="LiveId" clId="{3C0089E2-22E1-4AFE-A04D-7911EBF8E18C}" dt="2025-12-08T10:31:23.937" v="3794" actId="20577"/>
          <ac:spMkLst>
            <pc:docMk/>
            <pc:sldMk cId="4203082905" sldId="270"/>
            <ac:spMk id="11" creationId="{44AEC55D-2804-9FEE-72F1-758E8D01050C}"/>
          </ac:spMkLst>
        </pc:spChg>
        <pc:picChg chg="add del">
          <ac:chgData name="Monika Ramesh" userId="18e4a5fe4ef239f9" providerId="LiveId" clId="{3C0089E2-22E1-4AFE-A04D-7911EBF8E18C}" dt="2025-12-08T12:55:38.338" v="4685" actId="21"/>
          <ac:picMkLst>
            <pc:docMk/>
            <pc:sldMk cId="4203082905" sldId="270"/>
            <ac:picMk id="5" creationId="{7765846A-06D0-A418-0D7A-438C70846312}"/>
          </ac:picMkLst>
        </pc:picChg>
        <pc:picChg chg="add mod">
          <ac:chgData name="Monika Ramesh" userId="18e4a5fe4ef239f9" providerId="LiveId" clId="{3C0089E2-22E1-4AFE-A04D-7911EBF8E18C}" dt="2025-12-09T10:29:44.150" v="5263" actId="1076"/>
          <ac:picMkLst>
            <pc:docMk/>
            <pc:sldMk cId="4203082905" sldId="270"/>
            <ac:picMk id="5" creationId="{C0A17185-2BB6-06CE-B8E3-CBDA263AFBA5}"/>
          </ac:picMkLst>
        </pc:picChg>
        <pc:picChg chg="add mod">
          <ac:chgData name="Monika Ramesh" userId="18e4a5fe4ef239f9" providerId="LiveId" clId="{3C0089E2-22E1-4AFE-A04D-7911EBF8E18C}" dt="2025-12-09T11:20:19.803" v="5665" actId="1076"/>
          <ac:picMkLst>
            <pc:docMk/>
            <pc:sldMk cId="4203082905" sldId="270"/>
            <ac:picMk id="6" creationId="{0186F394-75B4-A9A9-638F-31ABFCA53263}"/>
          </ac:picMkLst>
        </pc:picChg>
        <pc:picChg chg="add del mod">
          <ac:chgData name="Monika Ramesh" userId="18e4a5fe4ef239f9" providerId="LiveId" clId="{3C0089E2-22E1-4AFE-A04D-7911EBF8E18C}" dt="2025-12-09T11:19:18.937" v="5653" actId="478"/>
          <ac:picMkLst>
            <pc:docMk/>
            <pc:sldMk cId="4203082905" sldId="270"/>
            <ac:picMk id="7" creationId="{7C5AFC31-0247-B0D8-8B18-466A5FAD02A1}"/>
          </ac:picMkLst>
        </pc:picChg>
        <pc:picChg chg="add del mod">
          <ac:chgData name="Monika Ramesh" userId="18e4a5fe4ef239f9" providerId="LiveId" clId="{3C0089E2-22E1-4AFE-A04D-7911EBF8E18C}" dt="2025-12-09T10:28:54.227" v="5257" actId="478"/>
          <ac:picMkLst>
            <pc:docMk/>
            <pc:sldMk cId="4203082905" sldId="270"/>
            <ac:picMk id="9" creationId="{392D5D0A-D841-C6A8-A3BF-25BA8940E84E}"/>
          </ac:picMkLst>
        </pc:picChg>
      </pc:sldChg>
      <pc:sldChg chg="addSp delSp modSp add mod">
        <pc:chgData name="Monika Ramesh" userId="18e4a5fe4ef239f9" providerId="LiveId" clId="{3C0089E2-22E1-4AFE-A04D-7911EBF8E18C}" dt="2025-12-08T14:57:04.605" v="5093" actId="1076"/>
        <pc:sldMkLst>
          <pc:docMk/>
          <pc:sldMk cId="1278607542" sldId="271"/>
        </pc:sldMkLst>
        <pc:spChg chg="mod">
          <ac:chgData name="Monika Ramesh" userId="18e4a5fe4ef239f9" providerId="LiveId" clId="{3C0089E2-22E1-4AFE-A04D-7911EBF8E18C}" dt="2025-12-08T14:56:52.553" v="5091" actId="1076"/>
          <ac:spMkLst>
            <pc:docMk/>
            <pc:sldMk cId="1278607542" sldId="271"/>
            <ac:spMk id="2" creationId="{453ACFD0-97E8-E89F-CD60-AF5460F53CFB}"/>
          </ac:spMkLst>
        </pc:spChg>
        <pc:spChg chg="mod">
          <ac:chgData name="Monika Ramesh" userId="18e4a5fe4ef239f9" providerId="LiveId" clId="{3C0089E2-22E1-4AFE-A04D-7911EBF8E18C}" dt="2025-12-08T14:56:57.896" v="5092" actId="1076"/>
          <ac:spMkLst>
            <pc:docMk/>
            <pc:sldMk cId="1278607542" sldId="271"/>
            <ac:spMk id="3" creationId="{90C447FA-A2B0-9493-CA3C-D2B7EBB593AE}"/>
          </ac:spMkLst>
        </pc:spChg>
        <pc:spChg chg="mod">
          <ac:chgData name="Monika Ramesh" userId="18e4a5fe4ef239f9" providerId="LiveId" clId="{3C0089E2-22E1-4AFE-A04D-7911EBF8E18C}" dt="2025-12-08T10:29:38.044" v="3657" actId="20577"/>
          <ac:spMkLst>
            <pc:docMk/>
            <pc:sldMk cId="1278607542" sldId="271"/>
            <ac:spMk id="11" creationId="{CBC6E34E-F652-2B37-61B9-C5A897AB0D60}"/>
          </ac:spMkLst>
        </pc:spChg>
        <pc:picChg chg="add mod">
          <ac:chgData name="Monika Ramesh" userId="18e4a5fe4ef239f9" providerId="LiveId" clId="{3C0089E2-22E1-4AFE-A04D-7911EBF8E18C}" dt="2025-12-08T14:57:04.605" v="5093" actId="1076"/>
          <ac:picMkLst>
            <pc:docMk/>
            <pc:sldMk cId="1278607542" sldId="271"/>
            <ac:picMk id="5" creationId="{5D8E5870-176C-4D04-15CA-2132D508F980}"/>
          </ac:picMkLst>
        </pc:picChg>
        <pc:picChg chg="add del mod">
          <ac:chgData name="Monika Ramesh" userId="18e4a5fe4ef239f9" providerId="LiveId" clId="{3C0089E2-22E1-4AFE-A04D-7911EBF8E18C}" dt="2025-12-08T12:34:36.243" v="4571" actId="21"/>
          <ac:picMkLst>
            <pc:docMk/>
            <pc:sldMk cId="1278607542" sldId="271"/>
            <ac:picMk id="7" creationId="{A4CC43A9-C472-62A4-FDF3-A7E7F6EF6C3A}"/>
          </ac:picMkLst>
        </pc:picChg>
        <pc:picChg chg="add mod">
          <ac:chgData name="Monika Ramesh" userId="18e4a5fe4ef239f9" providerId="LiveId" clId="{3C0089E2-22E1-4AFE-A04D-7911EBF8E18C}" dt="2025-12-08T12:50:52.394" v="4681" actId="1076"/>
          <ac:picMkLst>
            <pc:docMk/>
            <pc:sldMk cId="1278607542" sldId="271"/>
            <ac:picMk id="9" creationId="{E1C5D3D0-F2BD-966F-2566-15E4271D15FC}"/>
          </ac:picMkLst>
        </pc:picChg>
      </pc:sldChg>
      <pc:sldChg chg="addSp delSp modSp add mod">
        <pc:chgData name="Monika Ramesh" userId="18e4a5fe4ef239f9" providerId="LiveId" clId="{3C0089E2-22E1-4AFE-A04D-7911EBF8E18C}" dt="2025-12-08T14:55:57.966" v="5085" actId="14100"/>
        <pc:sldMkLst>
          <pc:docMk/>
          <pc:sldMk cId="255276157" sldId="272"/>
        </pc:sldMkLst>
        <pc:spChg chg="mod">
          <ac:chgData name="Monika Ramesh" userId="18e4a5fe4ef239f9" providerId="LiveId" clId="{3C0089E2-22E1-4AFE-A04D-7911EBF8E18C}" dt="2025-12-08T14:55:51.184" v="5084" actId="1076"/>
          <ac:spMkLst>
            <pc:docMk/>
            <pc:sldMk cId="255276157" sldId="272"/>
            <ac:spMk id="2" creationId="{8DD72136-BBD6-F0E6-FFC6-2E6F130FA334}"/>
          </ac:spMkLst>
        </pc:spChg>
        <pc:spChg chg="mod">
          <ac:chgData name="Monika Ramesh" userId="18e4a5fe4ef239f9" providerId="LiveId" clId="{3C0089E2-22E1-4AFE-A04D-7911EBF8E18C}" dt="2025-12-08T14:55:57.966" v="5085" actId="14100"/>
          <ac:spMkLst>
            <pc:docMk/>
            <pc:sldMk cId="255276157" sldId="272"/>
            <ac:spMk id="3" creationId="{4F5D85AB-AB10-3B40-7348-1D4FA4ABD4C8}"/>
          </ac:spMkLst>
        </pc:spChg>
        <pc:spChg chg="mod">
          <ac:chgData name="Monika Ramesh" userId="18e4a5fe4ef239f9" providerId="LiveId" clId="{3C0089E2-22E1-4AFE-A04D-7911EBF8E18C}" dt="2025-12-08T10:14:37.717" v="3375"/>
          <ac:spMkLst>
            <pc:docMk/>
            <pc:sldMk cId="255276157" sldId="272"/>
            <ac:spMk id="11" creationId="{13B0BB95-F421-2E78-D7A2-BF31D3AB9262}"/>
          </ac:spMkLst>
        </pc:spChg>
        <pc:picChg chg="add mod">
          <ac:chgData name="Monika Ramesh" userId="18e4a5fe4ef239f9" providerId="LiveId" clId="{3C0089E2-22E1-4AFE-A04D-7911EBF8E18C}" dt="2025-12-08T12:00:12.874" v="4510" actId="1076"/>
          <ac:picMkLst>
            <pc:docMk/>
            <pc:sldMk cId="255276157" sldId="272"/>
            <ac:picMk id="5" creationId="{30016B40-4810-FA31-24BD-C7717705B6B5}"/>
          </ac:picMkLst>
        </pc:picChg>
        <pc:picChg chg="add del mod">
          <ac:chgData name="Monika Ramesh" userId="18e4a5fe4ef239f9" providerId="LiveId" clId="{3C0089E2-22E1-4AFE-A04D-7911EBF8E18C}" dt="2025-12-08T12:23:32.985" v="4558" actId="21"/>
          <ac:picMkLst>
            <pc:docMk/>
            <pc:sldMk cId="255276157" sldId="272"/>
            <ac:picMk id="7" creationId="{F8BA1295-1C0A-3096-620B-668232050C1F}"/>
          </ac:picMkLst>
        </pc:picChg>
        <pc:picChg chg="add del mod">
          <ac:chgData name="Monika Ramesh" userId="18e4a5fe4ef239f9" providerId="LiveId" clId="{3C0089E2-22E1-4AFE-A04D-7911EBF8E18C}" dt="2025-12-08T12:46:22.479" v="4661" actId="478"/>
          <ac:picMkLst>
            <pc:docMk/>
            <pc:sldMk cId="255276157" sldId="272"/>
            <ac:picMk id="9" creationId="{1D6A4447-463D-3326-BB07-189DEDB756A4}"/>
          </ac:picMkLst>
        </pc:picChg>
        <pc:picChg chg="add mod">
          <ac:chgData name="Monika Ramesh" userId="18e4a5fe4ef239f9" providerId="LiveId" clId="{3C0089E2-22E1-4AFE-A04D-7911EBF8E18C}" dt="2025-12-08T12:46:36.458" v="4665" actId="1076"/>
          <ac:picMkLst>
            <pc:docMk/>
            <pc:sldMk cId="255276157" sldId="272"/>
            <ac:picMk id="12" creationId="{AF9932AA-C9DE-1E36-E5F2-E4CD4A1517DD}"/>
          </ac:picMkLst>
        </pc:picChg>
        <pc:picChg chg="add del mod">
          <ac:chgData name="Monika Ramesh" userId="18e4a5fe4ef239f9" providerId="LiveId" clId="{3C0089E2-22E1-4AFE-A04D-7911EBF8E18C}" dt="2025-12-08T12:46:20.333" v="4660" actId="478"/>
          <ac:picMkLst>
            <pc:docMk/>
            <pc:sldMk cId="255276157" sldId="272"/>
            <ac:picMk id="14" creationId="{9C9EFCD2-E967-ACBF-4A0E-953EF06ED437}"/>
          </ac:picMkLst>
        </pc:picChg>
      </pc:sldChg>
      <pc:sldChg chg="addSp modSp add mod">
        <pc:chgData name="Monika Ramesh" userId="18e4a5fe4ef239f9" providerId="LiveId" clId="{3C0089E2-22E1-4AFE-A04D-7911EBF8E18C}" dt="2025-12-09T10:43:51.319" v="5317" actId="14100"/>
        <pc:sldMkLst>
          <pc:docMk/>
          <pc:sldMk cId="2154785382" sldId="273"/>
        </pc:sldMkLst>
        <pc:spChg chg="mod">
          <ac:chgData name="Monika Ramesh" userId="18e4a5fe4ef239f9" providerId="LiveId" clId="{3C0089E2-22E1-4AFE-A04D-7911EBF8E18C}" dt="2025-12-08T14:58:21.627" v="5100" actId="1076"/>
          <ac:spMkLst>
            <pc:docMk/>
            <pc:sldMk cId="2154785382" sldId="273"/>
            <ac:spMk id="2" creationId="{FB19DDB3-1AFE-BCC1-99EC-EA4A95832EA0}"/>
          </ac:spMkLst>
        </pc:spChg>
        <pc:spChg chg="mod">
          <ac:chgData name="Monika Ramesh" userId="18e4a5fe4ef239f9" providerId="LiveId" clId="{3C0089E2-22E1-4AFE-A04D-7911EBF8E18C}" dt="2025-12-09T10:43:51.319" v="5317" actId="14100"/>
          <ac:spMkLst>
            <pc:docMk/>
            <pc:sldMk cId="2154785382" sldId="273"/>
            <ac:spMk id="3" creationId="{F50D90EF-B7A4-FD25-7ECC-C5A41831268C}"/>
          </ac:spMkLst>
        </pc:spChg>
        <pc:spChg chg="mod">
          <ac:chgData name="Monika Ramesh" userId="18e4a5fe4ef239f9" providerId="LiveId" clId="{3C0089E2-22E1-4AFE-A04D-7911EBF8E18C}" dt="2025-12-08T10:34:56.688" v="4045" actId="20577"/>
          <ac:spMkLst>
            <pc:docMk/>
            <pc:sldMk cId="2154785382" sldId="273"/>
            <ac:spMk id="11" creationId="{7BBE9C06-7C7F-85EE-A5F5-A5B1DE71E030}"/>
          </ac:spMkLst>
        </pc:spChg>
        <pc:picChg chg="add mod">
          <ac:chgData name="Monika Ramesh" userId="18e4a5fe4ef239f9" providerId="LiveId" clId="{3C0089E2-22E1-4AFE-A04D-7911EBF8E18C}" dt="2025-12-08T15:01:36.992" v="5114" actId="1076"/>
          <ac:picMkLst>
            <pc:docMk/>
            <pc:sldMk cId="2154785382" sldId="273"/>
            <ac:picMk id="5" creationId="{74EFB7F7-B011-875F-432A-67C9D22D98B8}"/>
          </ac:picMkLst>
        </pc:picChg>
        <pc:picChg chg="add mod">
          <ac:chgData name="Monika Ramesh" userId="18e4a5fe4ef239f9" providerId="LiveId" clId="{3C0089E2-22E1-4AFE-A04D-7911EBF8E18C}" dt="2025-12-08T12:47:47.171" v="4672" actId="1076"/>
          <ac:picMkLst>
            <pc:docMk/>
            <pc:sldMk cId="2154785382" sldId="273"/>
            <ac:picMk id="7" creationId="{149F39AE-96C3-84C8-9340-8A91468BC04D}"/>
          </ac:picMkLst>
        </pc:picChg>
      </pc:sldChg>
      <pc:sldChg chg="addSp delSp modSp add mod">
        <pc:chgData name="Monika Ramesh" userId="18e4a5fe4ef239f9" providerId="LiveId" clId="{3C0089E2-22E1-4AFE-A04D-7911EBF8E18C}" dt="2025-12-08T14:58:34.650" v="5102" actId="1076"/>
        <pc:sldMkLst>
          <pc:docMk/>
          <pc:sldMk cId="258330475" sldId="274"/>
        </pc:sldMkLst>
        <pc:spChg chg="mod">
          <ac:chgData name="Monika Ramesh" userId="18e4a5fe4ef239f9" providerId="LiveId" clId="{3C0089E2-22E1-4AFE-A04D-7911EBF8E18C}" dt="2025-12-08T14:58:31.147" v="5101" actId="1076"/>
          <ac:spMkLst>
            <pc:docMk/>
            <pc:sldMk cId="258330475" sldId="274"/>
            <ac:spMk id="2" creationId="{290CA541-FF67-DA70-166E-7670791EC13D}"/>
          </ac:spMkLst>
        </pc:spChg>
        <pc:spChg chg="mod">
          <ac:chgData name="Monika Ramesh" userId="18e4a5fe4ef239f9" providerId="LiveId" clId="{3C0089E2-22E1-4AFE-A04D-7911EBF8E18C}" dt="2025-12-08T14:58:34.650" v="5102" actId="1076"/>
          <ac:spMkLst>
            <pc:docMk/>
            <pc:sldMk cId="258330475" sldId="274"/>
            <ac:spMk id="3" creationId="{6B94F3E7-A818-FA56-BF86-F311084AAF95}"/>
          </ac:spMkLst>
        </pc:spChg>
        <pc:spChg chg="add del">
          <ac:chgData name="Monika Ramesh" userId="18e4a5fe4ef239f9" providerId="LiveId" clId="{3C0089E2-22E1-4AFE-A04D-7911EBF8E18C}" dt="2025-12-08T10:35:42.504" v="4049" actId="22"/>
          <ac:spMkLst>
            <pc:docMk/>
            <pc:sldMk cId="258330475" sldId="274"/>
            <ac:spMk id="5" creationId="{A9F4D40F-9EFF-FE53-9A13-C22478555E8A}"/>
          </ac:spMkLst>
        </pc:spChg>
        <pc:spChg chg="add del mod">
          <ac:chgData name="Monika Ramesh" userId="18e4a5fe4ef239f9" providerId="LiveId" clId="{3C0089E2-22E1-4AFE-A04D-7911EBF8E18C}" dt="2025-12-08T10:36:06.124" v="4056" actId="20577"/>
          <ac:spMkLst>
            <pc:docMk/>
            <pc:sldMk cId="258330475" sldId="274"/>
            <ac:spMk id="11" creationId="{62BB3841-72BB-5AF0-BCC9-C2E79E6E664E}"/>
          </ac:spMkLst>
        </pc:spChg>
        <pc:picChg chg="add mod">
          <ac:chgData name="Monika Ramesh" userId="18e4a5fe4ef239f9" providerId="LiveId" clId="{3C0089E2-22E1-4AFE-A04D-7911EBF8E18C}" dt="2025-12-08T13:59:01.254" v="4700" actId="14100"/>
          <ac:picMkLst>
            <pc:docMk/>
            <pc:sldMk cId="258330475" sldId="274"/>
            <ac:picMk id="7" creationId="{D0784EAD-228D-2146-8274-E1B688DFEB04}"/>
          </ac:picMkLst>
        </pc:picChg>
        <pc:picChg chg="add mod">
          <ac:chgData name="Monika Ramesh" userId="18e4a5fe4ef239f9" providerId="LiveId" clId="{3C0089E2-22E1-4AFE-A04D-7911EBF8E18C}" dt="2025-12-08T12:51:11.547" v="4682" actId="14100"/>
          <ac:picMkLst>
            <pc:docMk/>
            <pc:sldMk cId="258330475" sldId="274"/>
            <ac:picMk id="9" creationId="{619B0DD6-DCE6-A69F-7A32-E3D1AA3DFC4B}"/>
          </ac:picMkLst>
        </pc:picChg>
      </pc:sldChg>
      <pc:sldChg chg="addSp delSp modSp add mod">
        <pc:chgData name="Monika Ramesh" userId="18e4a5fe4ef239f9" providerId="LiveId" clId="{3C0089E2-22E1-4AFE-A04D-7911EBF8E18C}" dt="2025-12-08T15:01:27.986" v="5113" actId="1076"/>
        <pc:sldMkLst>
          <pc:docMk/>
          <pc:sldMk cId="77122194" sldId="275"/>
        </pc:sldMkLst>
        <pc:spChg chg="mod">
          <ac:chgData name="Monika Ramesh" userId="18e4a5fe4ef239f9" providerId="LiveId" clId="{3C0089E2-22E1-4AFE-A04D-7911EBF8E18C}" dt="2025-12-08T15:01:27.986" v="5113" actId="1076"/>
          <ac:spMkLst>
            <pc:docMk/>
            <pc:sldMk cId="77122194" sldId="275"/>
            <ac:spMk id="2" creationId="{5033FCEC-3535-F94C-CEE1-985D1A90BCC2}"/>
          </ac:spMkLst>
        </pc:spChg>
        <pc:spChg chg="mod">
          <ac:chgData name="Monika Ramesh" userId="18e4a5fe4ef239f9" providerId="LiveId" clId="{3C0089E2-22E1-4AFE-A04D-7911EBF8E18C}" dt="2025-12-08T14:58:52.116" v="5104" actId="1076"/>
          <ac:spMkLst>
            <pc:docMk/>
            <pc:sldMk cId="77122194" sldId="275"/>
            <ac:spMk id="3" creationId="{F91E89DD-BBFC-CC27-E26A-5D12E44DA039}"/>
          </ac:spMkLst>
        </pc:spChg>
        <pc:spChg chg="add mod">
          <ac:chgData name="Monika Ramesh" userId="18e4a5fe4ef239f9" providerId="LiveId" clId="{3C0089E2-22E1-4AFE-A04D-7911EBF8E18C}" dt="2025-12-08T11:22:48.303" v="4454" actId="207"/>
          <ac:spMkLst>
            <pc:docMk/>
            <pc:sldMk cId="77122194" sldId="275"/>
            <ac:spMk id="4" creationId="{13AD6970-C94E-AC81-84CB-029D9585DD65}"/>
          </ac:spMkLst>
        </pc:spChg>
        <pc:spChg chg="add del mod">
          <ac:chgData name="Monika Ramesh" userId="18e4a5fe4ef239f9" providerId="LiveId" clId="{3C0089E2-22E1-4AFE-A04D-7911EBF8E18C}" dt="2025-12-08T10:58:08.723" v="4270" actId="21"/>
          <ac:spMkLst>
            <pc:docMk/>
            <pc:sldMk cId="77122194" sldId="275"/>
            <ac:spMk id="5" creationId="{A5178DFA-6370-CCC8-73F3-9892414E528B}"/>
          </ac:spMkLst>
        </pc:spChg>
        <pc:spChg chg="del">
          <ac:chgData name="Monika Ramesh" userId="18e4a5fe4ef239f9" providerId="LiveId" clId="{3C0089E2-22E1-4AFE-A04D-7911EBF8E18C}" dt="2025-12-08T10:41:20.096" v="4072" actId="21"/>
          <ac:spMkLst>
            <pc:docMk/>
            <pc:sldMk cId="77122194" sldId="275"/>
            <ac:spMk id="11" creationId="{CBDBE946-4A67-E21B-220D-E17ECEFC7085}"/>
          </ac:spMkLst>
        </pc:spChg>
        <pc:spChg chg="add del mod">
          <ac:chgData name="Monika Ramesh" userId="18e4a5fe4ef239f9" providerId="LiveId" clId="{3C0089E2-22E1-4AFE-A04D-7911EBF8E18C}" dt="2025-12-08T10:59:40.720" v="4288" actId="21"/>
          <ac:spMkLst>
            <pc:docMk/>
            <pc:sldMk cId="77122194" sldId="275"/>
            <ac:spMk id="18" creationId="{85EA69AE-F8F7-8819-0605-B2044F8F6148}"/>
          </ac:spMkLst>
        </pc:spChg>
        <pc:spChg chg="add mod">
          <ac:chgData name="Monika Ramesh" userId="18e4a5fe4ef239f9" providerId="LiveId" clId="{3C0089E2-22E1-4AFE-A04D-7911EBF8E18C}" dt="2025-12-08T11:06:52.567" v="4348" actId="14100"/>
          <ac:spMkLst>
            <pc:docMk/>
            <pc:sldMk cId="77122194" sldId="275"/>
            <ac:spMk id="20" creationId="{B6D8CA76-1376-2A9B-0316-3CD77A127A6B}"/>
          </ac:spMkLst>
        </pc:spChg>
        <pc:spChg chg="add mod">
          <ac:chgData name="Monika Ramesh" userId="18e4a5fe4ef239f9" providerId="LiveId" clId="{3C0089E2-22E1-4AFE-A04D-7911EBF8E18C}" dt="2025-12-08T11:06:12.102" v="4343" actId="1076"/>
          <ac:spMkLst>
            <pc:docMk/>
            <pc:sldMk cId="77122194" sldId="275"/>
            <ac:spMk id="21" creationId="{38CAADC8-7168-2977-FD91-4F0FBDE3289F}"/>
          </ac:spMkLst>
        </pc:spChg>
        <pc:spChg chg="add mod">
          <ac:chgData name="Monika Ramesh" userId="18e4a5fe4ef239f9" providerId="LiveId" clId="{3C0089E2-22E1-4AFE-A04D-7911EBF8E18C}" dt="2025-12-08T11:07:00.619" v="4349" actId="1076"/>
          <ac:spMkLst>
            <pc:docMk/>
            <pc:sldMk cId="77122194" sldId="275"/>
            <ac:spMk id="22" creationId="{0FA5A660-72C4-7105-452B-95F3C31D16E4}"/>
          </ac:spMkLst>
        </pc:spChg>
        <pc:spChg chg="add mod">
          <ac:chgData name="Monika Ramesh" userId="18e4a5fe4ef239f9" providerId="LiveId" clId="{3C0089E2-22E1-4AFE-A04D-7911EBF8E18C}" dt="2025-12-08T11:06:47.706" v="4347" actId="1076"/>
          <ac:spMkLst>
            <pc:docMk/>
            <pc:sldMk cId="77122194" sldId="275"/>
            <ac:spMk id="27" creationId="{DA130D53-5393-2D12-EF10-D75824D2EC02}"/>
          </ac:spMkLst>
        </pc:spChg>
        <pc:spChg chg="add del mod">
          <ac:chgData name="Monika Ramesh" userId="18e4a5fe4ef239f9" providerId="LiveId" clId="{3C0089E2-22E1-4AFE-A04D-7911EBF8E18C}" dt="2025-12-08T11:07:48.066" v="4356" actId="478"/>
          <ac:spMkLst>
            <pc:docMk/>
            <pc:sldMk cId="77122194" sldId="275"/>
            <ac:spMk id="28" creationId="{569070FB-22E6-1817-49FD-64E331D454D1}"/>
          </ac:spMkLst>
        </pc:spChg>
        <pc:spChg chg="add del mod">
          <ac:chgData name="Monika Ramesh" userId="18e4a5fe4ef239f9" providerId="LiveId" clId="{3C0089E2-22E1-4AFE-A04D-7911EBF8E18C}" dt="2025-12-08T11:14:41.818" v="4398" actId="478"/>
          <ac:spMkLst>
            <pc:docMk/>
            <pc:sldMk cId="77122194" sldId="275"/>
            <ac:spMk id="29" creationId="{7C053E33-553C-7A77-48FB-F797F2F930E9}"/>
          </ac:spMkLst>
        </pc:spChg>
        <pc:spChg chg="add del mod">
          <ac:chgData name="Monika Ramesh" userId="18e4a5fe4ef239f9" providerId="LiveId" clId="{3C0089E2-22E1-4AFE-A04D-7911EBF8E18C}" dt="2025-12-08T11:09:27.846" v="4378" actId="478"/>
          <ac:spMkLst>
            <pc:docMk/>
            <pc:sldMk cId="77122194" sldId="275"/>
            <ac:spMk id="30" creationId="{C47D682A-E6E1-2A5A-FDEA-ECA672614BE0}"/>
          </ac:spMkLst>
        </pc:spChg>
        <pc:spChg chg="add del mod">
          <ac:chgData name="Monika Ramesh" userId="18e4a5fe4ef239f9" providerId="LiveId" clId="{3C0089E2-22E1-4AFE-A04D-7911EBF8E18C}" dt="2025-12-08T11:09:55.386" v="4383" actId="478"/>
          <ac:spMkLst>
            <pc:docMk/>
            <pc:sldMk cId="77122194" sldId="275"/>
            <ac:spMk id="31" creationId="{83928030-E2A2-5B68-4A5B-E8BDB1D0ABA7}"/>
          </ac:spMkLst>
        </pc:spChg>
        <pc:spChg chg="add mod">
          <ac:chgData name="Monika Ramesh" userId="18e4a5fe4ef239f9" providerId="LiveId" clId="{3C0089E2-22E1-4AFE-A04D-7911EBF8E18C}" dt="2025-12-08T11:20:28.256" v="4447" actId="14100"/>
          <ac:spMkLst>
            <pc:docMk/>
            <pc:sldMk cId="77122194" sldId="275"/>
            <ac:spMk id="32" creationId="{DD0FABF8-CD6A-524D-AEA8-13DAABA286BB}"/>
          </ac:spMkLst>
        </pc:spChg>
        <pc:spChg chg="add mod">
          <ac:chgData name="Monika Ramesh" userId="18e4a5fe4ef239f9" providerId="LiveId" clId="{3C0089E2-22E1-4AFE-A04D-7911EBF8E18C}" dt="2025-12-08T11:15:46.142" v="4409" actId="14100"/>
          <ac:spMkLst>
            <pc:docMk/>
            <pc:sldMk cId="77122194" sldId="275"/>
            <ac:spMk id="33" creationId="{554FAF04-37A8-2C0A-7803-4FD2CA9E1A18}"/>
          </ac:spMkLst>
        </pc:spChg>
        <pc:spChg chg="add mod">
          <ac:chgData name="Monika Ramesh" userId="18e4a5fe4ef239f9" providerId="LiveId" clId="{3C0089E2-22E1-4AFE-A04D-7911EBF8E18C}" dt="2025-12-08T11:16:56.726" v="4418" actId="14100"/>
          <ac:spMkLst>
            <pc:docMk/>
            <pc:sldMk cId="77122194" sldId="275"/>
            <ac:spMk id="34" creationId="{C46F0351-5399-03A0-69FF-498BDB8579A4}"/>
          </ac:spMkLst>
        </pc:spChg>
        <pc:spChg chg="add mod">
          <ac:chgData name="Monika Ramesh" userId="18e4a5fe4ef239f9" providerId="LiveId" clId="{3C0089E2-22E1-4AFE-A04D-7911EBF8E18C}" dt="2025-12-08T11:18:09.094" v="4429"/>
          <ac:spMkLst>
            <pc:docMk/>
            <pc:sldMk cId="77122194" sldId="275"/>
            <ac:spMk id="35" creationId="{3FE29377-A4C5-0EBC-01C9-6C1956A23676}"/>
          </ac:spMkLst>
        </pc:spChg>
        <pc:picChg chg="add del mod">
          <ac:chgData name="Monika Ramesh" userId="18e4a5fe4ef239f9" providerId="LiveId" clId="{3C0089E2-22E1-4AFE-A04D-7911EBF8E18C}" dt="2025-12-08T11:01:04.769" v="4300" actId="21"/>
          <ac:picMkLst>
            <pc:docMk/>
            <pc:sldMk cId="77122194" sldId="275"/>
            <ac:picMk id="17" creationId="{B81059F5-8976-A35E-9FB4-4B1CF7B42F6D}"/>
          </ac:picMkLst>
        </pc:picChg>
        <pc:picChg chg="add mod">
          <ac:chgData name="Monika Ramesh" userId="18e4a5fe4ef239f9" providerId="LiveId" clId="{3C0089E2-22E1-4AFE-A04D-7911EBF8E18C}" dt="2025-12-08T11:20:04.808" v="4445" actId="1076"/>
          <ac:picMkLst>
            <pc:docMk/>
            <pc:sldMk cId="77122194" sldId="275"/>
            <ac:picMk id="36" creationId="{D3030442-3939-DC52-ECDC-F3C80D7C5C8C}"/>
          </ac:picMkLst>
        </pc:picChg>
        <pc:picChg chg="add mod">
          <ac:chgData name="Monika Ramesh" userId="18e4a5fe4ef239f9" providerId="LiveId" clId="{3C0089E2-22E1-4AFE-A04D-7911EBF8E18C}" dt="2025-12-08T10:52:07.368" v="4193" actId="1076"/>
          <ac:picMkLst>
            <pc:docMk/>
            <pc:sldMk cId="77122194" sldId="275"/>
            <ac:picMk id="4098" creationId="{AE1CAEC1-E519-C0EF-C038-46F421CB1C15}"/>
          </ac:picMkLst>
        </pc:picChg>
        <pc:picChg chg="add mod">
          <ac:chgData name="Monika Ramesh" userId="18e4a5fe4ef239f9" providerId="LiveId" clId="{3C0089E2-22E1-4AFE-A04D-7911EBF8E18C}" dt="2025-12-08T11:19:00.431" v="4432" actId="1076"/>
          <ac:picMkLst>
            <pc:docMk/>
            <pc:sldMk cId="77122194" sldId="275"/>
            <ac:picMk id="4100" creationId="{2B0E8E4A-B0CB-E496-7FD8-61431F1A966B}"/>
          </ac:picMkLst>
        </pc:picChg>
        <pc:cxnChg chg="add mod">
          <ac:chgData name="Monika Ramesh" userId="18e4a5fe4ef239f9" providerId="LiveId" clId="{3C0089E2-22E1-4AFE-A04D-7911EBF8E18C}" dt="2025-12-08T11:04:40.115" v="4327" actId="14100"/>
          <ac:cxnSpMkLst>
            <pc:docMk/>
            <pc:sldMk cId="77122194" sldId="275"/>
            <ac:cxnSpMk id="7" creationId="{70862DD2-C28F-40FE-77A7-F68CDD08B956}"/>
          </ac:cxnSpMkLst>
        </pc:cxnChg>
        <pc:cxnChg chg="add mod">
          <ac:chgData name="Monika Ramesh" userId="18e4a5fe4ef239f9" providerId="LiveId" clId="{3C0089E2-22E1-4AFE-A04D-7911EBF8E18C}" dt="2025-12-08T11:04:54.894" v="4330" actId="1076"/>
          <ac:cxnSpMkLst>
            <pc:docMk/>
            <pc:sldMk cId="77122194" sldId="275"/>
            <ac:cxnSpMk id="9" creationId="{3A718159-8EAB-5D1C-5918-30E406663CA4}"/>
          </ac:cxnSpMkLst>
        </pc:cxnChg>
        <pc:cxnChg chg="add mod">
          <ac:chgData name="Monika Ramesh" userId="18e4a5fe4ef239f9" providerId="LiveId" clId="{3C0089E2-22E1-4AFE-A04D-7911EBF8E18C}" dt="2025-12-08T11:04:48.058" v="4329" actId="14100"/>
          <ac:cxnSpMkLst>
            <pc:docMk/>
            <pc:sldMk cId="77122194" sldId="275"/>
            <ac:cxnSpMk id="12" creationId="{8DCC23F3-2F74-1030-53A7-27853351484C}"/>
          </ac:cxnSpMkLst>
        </pc:cxnChg>
        <pc:cxnChg chg="add del mod">
          <ac:chgData name="Monika Ramesh" userId="18e4a5fe4ef239f9" providerId="LiveId" clId="{3C0089E2-22E1-4AFE-A04D-7911EBF8E18C}" dt="2025-12-08T11:05:17.441" v="4334" actId="21"/>
          <ac:cxnSpMkLst>
            <pc:docMk/>
            <pc:sldMk cId="77122194" sldId="275"/>
            <ac:cxnSpMk id="14" creationId="{F889488E-8D17-AA5B-64B0-951323E4F91F}"/>
          </ac:cxnSpMkLst>
        </pc:cxnChg>
      </pc:sldChg>
      <pc:sldChg chg="addSp modSp new del mod">
        <pc:chgData name="Monika Ramesh" userId="18e4a5fe4ef239f9" providerId="LiveId" clId="{3C0089E2-22E1-4AFE-A04D-7911EBF8E18C}" dt="2025-12-08T14:45:09.756" v="5063" actId="47"/>
        <pc:sldMkLst>
          <pc:docMk/>
          <pc:sldMk cId="2904376711" sldId="276"/>
        </pc:sldMkLst>
        <pc:spChg chg="add mod">
          <ac:chgData name="Monika Ramesh" userId="18e4a5fe4ef239f9" providerId="LiveId" clId="{3C0089E2-22E1-4AFE-A04D-7911EBF8E18C}" dt="2025-12-08T11:01:36.723" v="4303" actId="14100"/>
          <ac:spMkLst>
            <pc:docMk/>
            <pc:sldMk cId="2904376711" sldId="276"/>
            <ac:spMk id="2" creationId="{245751BD-AAD8-C219-E6AC-A82CAFE974CC}"/>
          </ac:spMkLst>
        </pc:spChg>
        <pc:spChg chg="add">
          <ac:chgData name="Monika Ramesh" userId="18e4a5fe4ef239f9" providerId="LiveId" clId="{3C0089E2-22E1-4AFE-A04D-7911EBF8E18C}" dt="2025-12-08T11:02:35.209" v="4307" actId="11529"/>
          <ac:spMkLst>
            <pc:docMk/>
            <pc:sldMk cId="2904376711" sldId="276"/>
            <ac:spMk id="3" creationId="{09C8CE0A-34F4-A119-3361-9A6B4371BB2A}"/>
          </ac:spMkLst>
        </pc:spChg>
        <pc:spChg chg="add mod">
          <ac:chgData name="Monika Ramesh" userId="18e4a5fe4ef239f9" providerId="LiveId" clId="{3C0089E2-22E1-4AFE-A04D-7911EBF8E18C}" dt="2025-12-08T11:03:17.438" v="4312" actId="14100"/>
          <ac:spMkLst>
            <pc:docMk/>
            <pc:sldMk cId="2904376711" sldId="276"/>
            <ac:spMk id="4" creationId="{4D66423F-6E4A-D84F-5870-1C2EDACF5AAD}"/>
          </ac:spMkLst>
        </pc:spChg>
        <pc:spChg chg="add">
          <ac:chgData name="Monika Ramesh" userId="18e4a5fe4ef239f9" providerId="LiveId" clId="{3C0089E2-22E1-4AFE-A04D-7911EBF8E18C}" dt="2025-12-08T11:05:38.949" v="4335" actId="11529"/>
          <ac:spMkLst>
            <pc:docMk/>
            <pc:sldMk cId="2904376711" sldId="276"/>
            <ac:spMk id="5" creationId="{37E80682-FA73-595F-BC6D-47388ED25142}"/>
          </ac:spMkLst>
        </pc:spChg>
        <pc:spChg chg="add mod">
          <ac:chgData name="Monika Ramesh" userId="18e4a5fe4ef239f9" providerId="LiveId" clId="{3C0089E2-22E1-4AFE-A04D-7911EBF8E18C}" dt="2025-12-08T14:26:10.718" v="4888" actId="14100"/>
          <ac:spMkLst>
            <pc:docMk/>
            <pc:sldMk cId="2904376711" sldId="276"/>
            <ac:spMk id="6" creationId="{C02786BA-A0D7-0FE5-6007-A31253376390}"/>
          </ac:spMkLst>
        </pc:spChg>
        <pc:spChg chg="add mod">
          <ac:chgData name="Monika Ramesh" userId="18e4a5fe4ef239f9" providerId="LiveId" clId="{3C0089E2-22E1-4AFE-A04D-7911EBF8E18C}" dt="2025-12-08T14:21:40.268" v="4862" actId="1076"/>
          <ac:spMkLst>
            <pc:docMk/>
            <pc:sldMk cId="2904376711" sldId="276"/>
            <ac:spMk id="7" creationId="{2D0ECCC6-E76B-8273-4553-A9318E011E5E}"/>
          </ac:spMkLst>
        </pc:spChg>
        <pc:spChg chg="add">
          <ac:chgData name="Monika Ramesh" userId="18e4a5fe4ef239f9" providerId="LiveId" clId="{3C0089E2-22E1-4AFE-A04D-7911EBF8E18C}" dt="2025-12-08T14:21:44.575" v="4864"/>
          <ac:spMkLst>
            <pc:docMk/>
            <pc:sldMk cId="2904376711" sldId="276"/>
            <ac:spMk id="8" creationId="{0AF41D3A-AA17-99BF-A36B-9AF91AE15D60}"/>
          </ac:spMkLst>
        </pc:spChg>
        <pc:spChg chg="add mod">
          <ac:chgData name="Monika Ramesh" userId="18e4a5fe4ef239f9" providerId="LiveId" clId="{3C0089E2-22E1-4AFE-A04D-7911EBF8E18C}" dt="2025-12-08T14:22:02.151" v="4865"/>
          <ac:spMkLst>
            <pc:docMk/>
            <pc:sldMk cId="2904376711" sldId="276"/>
            <ac:spMk id="9" creationId="{423B31DF-52DC-8B35-8FD6-C2176CC285EA}"/>
          </ac:spMkLst>
        </pc:spChg>
        <pc:picChg chg="add mod">
          <ac:chgData name="Monika Ramesh" userId="18e4a5fe4ef239f9" providerId="LiveId" clId="{3C0089E2-22E1-4AFE-A04D-7911EBF8E18C}" dt="2025-12-08T14:21:42.081" v="4863" actId="1076"/>
          <ac:picMkLst>
            <pc:docMk/>
            <pc:sldMk cId="2904376711" sldId="276"/>
            <ac:picMk id="6146" creationId="{3457D709-3361-FFAC-4A89-587D0600AB8C}"/>
          </ac:picMkLst>
        </pc:picChg>
        <pc:picChg chg="add mod">
          <ac:chgData name="Monika Ramesh" userId="18e4a5fe4ef239f9" providerId="LiveId" clId="{3C0089E2-22E1-4AFE-A04D-7911EBF8E18C}" dt="2025-12-08T11:19:28.346" v="4441" actId="1076"/>
          <ac:picMkLst>
            <pc:docMk/>
            <pc:sldMk cId="2904376711" sldId="276"/>
            <ac:picMk id="6148" creationId="{3D5239F6-C2EF-D0BA-75CD-5B630DBC9CDC}"/>
          </ac:picMkLst>
        </pc:picChg>
        <pc:picChg chg="add mod">
          <ac:chgData name="Monika Ramesh" userId="18e4a5fe4ef239f9" providerId="LiveId" clId="{3C0089E2-22E1-4AFE-A04D-7911EBF8E18C}" dt="2025-12-08T14:15:31.647" v="4821" actId="1076"/>
          <ac:picMkLst>
            <pc:docMk/>
            <pc:sldMk cId="2904376711" sldId="276"/>
            <ac:picMk id="6150" creationId="{F56969C7-859C-759C-58DF-44CAB70981CD}"/>
          </ac:picMkLst>
        </pc:picChg>
        <pc:picChg chg="add mod">
          <ac:chgData name="Monika Ramesh" userId="18e4a5fe4ef239f9" providerId="LiveId" clId="{3C0089E2-22E1-4AFE-A04D-7911EBF8E18C}" dt="2025-12-08T14:20:54.510" v="4858" actId="14100"/>
          <ac:picMkLst>
            <pc:docMk/>
            <pc:sldMk cId="2904376711" sldId="276"/>
            <ac:picMk id="6152" creationId="{A420234B-4C0B-03AB-25A7-BDFCF1A58F04}"/>
          </ac:picMkLst>
        </pc:picChg>
        <pc:picChg chg="add mod">
          <ac:chgData name="Monika Ramesh" userId="18e4a5fe4ef239f9" providerId="LiveId" clId="{3C0089E2-22E1-4AFE-A04D-7911EBF8E18C}" dt="2025-12-08T14:23:26.086" v="4872" actId="14100"/>
          <ac:picMkLst>
            <pc:docMk/>
            <pc:sldMk cId="2904376711" sldId="276"/>
            <ac:picMk id="6162" creationId="{824E9A2F-791C-1881-2DBD-0E36E452F0DC}"/>
          </ac:picMkLst>
        </pc:picChg>
        <pc:picChg chg="add mod">
          <ac:chgData name="Monika Ramesh" userId="18e4a5fe4ef239f9" providerId="LiveId" clId="{3C0089E2-22E1-4AFE-A04D-7911EBF8E18C}" dt="2025-12-08T14:26:15.322" v="4889" actId="1076"/>
          <ac:picMkLst>
            <pc:docMk/>
            <pc:sldMk cId="2904376711" sldId="276"/>
            <ac:picMk id="6164" creationId="{966F08E0-4151-6A22-9670-45B7B2A07AC2}"/>
          </ac:picMkLst>
        </pc:picChg>
      </pc:sldChg>
      <pc:sldChg chg="addSp modSp add del">
        <pc:chgData name="Monika Ramesh" userId="18e4a5fe4ef239f9" providerId="LiveId" clId="{3C0089E2-22E1-4AFE-A04D-7911EBF8E18C}" dt="2025-12-08T10:53:44.519" v="4221" actId="47"/>
        <pc:sldMkLst>
          <pc:docMk/>
          <pc:sldMk cId="3148275937" sldId="276"/>
        </pc:sldMkLst>
        <pc:spChg chg="mod">
          <ac:chgData name="Monika Ramesh" userId="18e4a5fe4ef239f9" providerId="LiveId" clId="{3C0089E2-22E1-4AFE-A04D-7911EBF8E18C}" dt="2025-12-08T10:53:40.656" v="4220" actId="1076"/>
          <ac:spMkLst>
            <pc:docMk/>
            <pc:sldMk cId="3148275937" sldId="276"/>
            <ac:spMk id="3" creationId="{3B1FC083-486F-4276-0CE6-2BC3F723BB4F}"/>
          </ac:spMkLst>
        </pc:spChg>
        <pc:picChg chg="add mod">
          <ac:chgData name="Monika Ramesh" userId="18e4a5fe4ef239f9" providerId="LiveId" clId="{3C0089E2-22E1-4AFE-A04D-7911EBF8E18C}" dt="2025-12-08T10:53:40.656" v="4220" actId="1076"/>
          <ac:picMkLst>
            <pc:docMk/>
            <pc:sldMk cId="3148275937" sldId="276"/>
            <ac:picMk id="5122" creationId="{7EAA07A0-0D95-C3B0-70CF-2CFB4AE8B28A}"/>
          </ac:picMkLst>
        </pc:picChg>
      </pc:sldChg>
      <pc:sldChg chg="addSp delSp modSp add mod ord">
        <pc:chgData name="Monika Ramesh" userId="18e4a5fe4ef239f9" providerId="LiveId" clId="{3C0089E2-22E1-4AFE-A04D-7911EBF8E18C}" dt="2025-12-08T14:59:34.429" v="5110" actId="1076"/>
        <pc:sldMkLst>
          <pc:docMk/>
          <pc:sldMk cId="3037702855" sldId="277"/>
        </pc:sldMkLst>
        <pc:spChg chg="mod">
          <ac:chgData name="Monika Ramesh" userId="18e4a5fe4ef239f9" providerId="LiveId" clId="{3C0089E2-22E1-4AFE-A04D-7911EBF8E18C}" dt="2025-12-08T14:59:17.303" v="5108" actId="1076"/>
          <ac:spMkLst>
            <pc:docMk/>
            <pc:sldMk cId="3037702855" sldId="277"/>
            <ac:spMk id="2" creationId="{5885D46C-2E64-4DB2-AD0F-B090829ACD13}"/>
          </ac:spMkLst>
        </pc:spChg>
        <pc:spChg chg="add del mod">
          <ac:chgData name="Monika Ramesh" userId="18e4a5fe4ef239f9" providerId="LiveId" clId="{3C0089E2-22E1-4AFE-A04D-7911EBF8E18C}" dt="2025-12-08T14:59:34.429" v="5110" actId="1076"/>
          <ac:spMkLst>
            <pc:docMk/>
            <pc:sldMk cId="3037702855" sldId="277"/>
            <ac:spMk id="3" creationId="{3A9D6BCE-F189-2A7D-EA01-77BE6F6AFF35}"/>
          </ac:spMkLst>
        </pc:spChg>
        <pc:spChg chg="add del">
          <ac:chgData name="Monika Ramesh" userId="18e4a5fe4ef239f9" providerId="LiveId" clId="{3C0089E2-22E1-4AFE-A04D-7911EBF8E18C}" dt="2025-12-08T14:05:48.741" v="4763" actId="11529"/>
          <ac:spMkLst>
            <pc:docMk/>
            <pc:sldMk cId="3037702855" sldId="277"/>
            <ac:spMk id="4" creationId="{A96295C9-7DE5-6A58-9D48-229481297BE3}"/>
          </ac:spMkLst>
        </pc:spChg>
        <pc:spChg chg="del">
          <ac:chgData name="Monika Ramesh" userId="18e4a5fe4ef239f9" providerId="LiveId" clId="{3C0089E2-22E1-4AFE-A04D-7911EBF8E18C}" dt="2025-12-08T11:57:46.996" v="4458" actId="21"/>
          <ac:spMkLst>
            <pc:docMk/>
            <pc:sldMk cId="3037702855" sldId="277"/>
            <ac:spMk id="11" creationId="{B3F4F567-3BF4-73AB-2530-F9370E273427}"/>
          </ac:spMkLst>
        </pc:spChg>
        <pc:spChg chg="add del mod">
          <ac:chgData name="Monika Ramesh" userId="18e4a5fe4ef239f9" providerId="LiveId" clId="{3C0089E2-22E1-4AFE-A04D-7911EBF8E18C}" dt="2025-12-08T14:12:27.735" v="4794" actId="21"/>
          <ac:spMkLst>
            <pc:docMk/>
            <pc:sldMk cId="3037702855" sldId="277"/>
            <ac:spMk id="15" creationId="{86158268-CB7D-15DB-E544-E08FF716D0C6}"/>
          </ac:spMkLst>
        </pc:spChg>
        <pc:spChg chg="add mod">
          <ac:chgData name="Monika Ramesh" userId="18e4a5fe4ef239f9" providerId="LiveId" clId="{3C0089E2-22E1-4AFE-A04D-7911EBF8E18C}" dt="2025-12-08T14:15:02.067" v="4814" actId="207"/>
          <ac:spMkLst>
            <pc:docMk/>
            <pc:sldMk cId="3037702855" sldId="277"/>
            <ac:spMk id="16" creationId="{615D4E95-A86F-86B5-C515-BF361DE6845A}"/>
          </ac:spMkLst>
        </pc:spChg>
        <pc:spChg chg="add mod">
          <ac:chgData name="Monika Ramesh" userId="18e4a5fe4ef239f9" providerId="LiveId" clId="{3C0089E2-22E1-4AFE-A04D-7911EBF8E18C}" dt="2025-12-08T14:31:16.428" v="4942" actId="1076"/>
          <ac:spMkLst>
            <pc:docMk/>
            <pc:sldMk cId="3037702855" sldId="277"/>
            <ac:spMk id="17" creationId="{EE461041-EEA7-88CD-777E-E09214B77B1A}"/>
          </ac:spMkLst>
        </pc:spChg>
        <pc:spChg chg="add mod">
          <ac:chgData name="Monika Ramesh" userId="18e4a5fe4ef239f9" providerId="LiveId" clId="{3C0089E2-22E1-4AFE-A04D-7911EBF8E18C}" dt="2025-12-08T14:15:11.807" v="4816" actId="207"/>
          <ac:spMkLst>
            <pc:docMk/>
            <pc:sldMk cId="3037702855" sldId="277"/>
            <ac:spMk id="18" creationId="{55645953-30EF-1639-C0B0-294E3AF02F0B}"/>
          </ac:spMkLst>
        </pc:spChg>
        <pc:spChg chg="add mod">
          <ac:chgData name="Monika Ramesh" userId="18e4a5fe4ef239f9" providerId="LiveId" clId="{3C0089E2-22E1-4AFE-A04D-7911EBF8E18C}" dt="2025-12-08T14:15:14.630" v="4817" actId="207"/>
          <ac:spMkLst>
            <pc:docMk/>
            <pc:sldMk cId="3037702855" sldId="277"/>
            <ac:spMk id="19" creationId="{805AC5D9-10F0-B8F3-11A5-B12672F5E5B8}"/>
          </ac:spMkLst>
        </pc:spChg>
        <pc:spChg chg="add mod">
          <ac:chgData name="Monika Ramesh" userId="18e4a5fe4ef239f9" providerId="LiveId" clId="{3C0089E2-22E1-4AFE-A04D-7911EBF8E18C}" dt="2025-12-08T14:27:25.974" v="4904" actId="1076"/>
          <ac:spMkLst>
            <pc:docMk/>
            <pc:sldMk cId="3037702855" sldId="277"/>
            <ac:spMk id="20" creationId="{3CBC8FD5-F833-B437-9305-6AEEA1FB4A9E}"/>
          </ac:spMkLst>
        </pc:spChg>
        <pc:spChg chg="add mod">
          <ac:chgData name="Monika Ramesh" userId="18e4a5fe4ef239f9" providerId="LiveId" clId="{3C0089E2-22E1-4AFE-A04D-7911EBF8E18C}" dt="2025-12-08T14:36:40.440" v="4979" actId="20577"/>
          <ac:spMkLst>
            <pc:docMk/>
            <pc:sldMk cId="3037702855" sldId="277"/>
            <ac:spMk id="26" creationId="{0D85E0DB-2674-F902-1EDC-95243D384B69}"/>
          </ac:spMkLst>
        </pc:spChg>
        <pc:spChg chg="add mod">
          <ac:chgData name="Monika Ramesh" userId="18e4a5fe4ef239f9" providerId="LiveId" clId="{3C0089E2-22E1-4AFE-A04D-7911EBF8E18C}" dt="2025-12-08T14:36:57.823" v="4980"/>
          <ac:spMkLst>
            <pc:docMk/>
            <pc:sldMk cId="3037702855" sldId="277"/>
            <ac:spMk id="27" creationId="{F9C9931B-0652-447A-3D7B-1D0C9B713AB1}"/>
          </ac:spMkLst>
        </pc:spChg>
        <pc:spChg chg="add mod">
          <ac:chgData name="Monika Ramesh" userId="18e4a5fe4ef239f9" providerId="LiveId" clId="{3C0089E2-22E1-4AFE-A04D-7911EBF8E18C}" dt="2025-12-08T14:37:24.863" v="4981"/>
          <ac:spMkLst>
            <pc:docMk/>
            <pc:sldMk cId="3037702855" sldId="277"/>
            <ac:spMk id="28" creationId="{B8F727DF-F605-E58C-E736-A296A2C0221E}"/>
          </ac:spMkLst>
        </pc:spChg>
        <pc:spChg chg="add mod">
          <ac:chgData name="Monika Ramesh" userId="18e4a5fe4ef239f9" providerId="LiveId" clId="{3C0089E2-22E1-4AFE-A04D-7911EBF8E18C}" dt="2025-12-08T14:38:41.995" v="5049" actId="20577"/>
          <ac:spMkLst>
            <pc:docMk/>
            <pc:sldMk cId="3037702855" sldId="277"/>
            <ac:spMk id="29" creationId="{EC707258-62E9-4A7A-677E-949CAC9A78A9}"/>
          </ac:spMkLst>
        </pc:spChg>
        <pc:spChg chg="add mod">
          <ac:chgData name="Monika Ramesh" userId="18e4a5fe4ef239f9" providerId="LiveId" clId="{3C0089E2-22E1-4AFE-A04D-7911EBF8E18C}" dt="2025-12-08T14:37:37.532" v="4982"/>
          <ac:spMkLst>
            <pc:docMk/>
            <pc:sldMk cId="3037702855" sldId="277"/>
            <ac:spMk id="30" creationId="{83DF06A8-BE37-4BE4-8837-7B74E95F5C9A}"/>
          </ac:spMkLst>
        </pc:spChg>
        <pc:spChg chg="add del mod">
          <ac:chgData name="Monika Ramesh" userId="18e4a5fe4ef239f9" providerId="LiveId" clId="{3C0089E2-22E1-4AFE-A04D-7911EBF8E18C}" dt="2025-12-08T14:30:55.476" v="4940" actId="478"/>
          <ac:spMkLst>
            <pc:docMk/>
            <pc:sldMk cId="3037702855" sldId="277"/>
            <ac:spMk id="31" creationId="{CE4FEEE5-2710-B3E6-67D3-B3D0B029389F}"/>
          </ac:spMkLst>
        </pc:spChg>
        <pc:spChg chg="add del mod">
          <ac:chgData name="Monika Ramesh" userId="18e4a5fe4ef239f9" providerId="LiveId" clId="{3C0089E2-22E1-4AFE-A04D-7911EBF8E18C}" dt="2025-12-08T14:30:53.180" v="4939" actId="478"/>
          <ac:spMkLst>
            <pc:docMk/>
            <pc:sldMk cId="3037702855" sldId="277"/>
            <ac:spMk id="33" creationId="{D34F858A-0500-C4B9-CC66-375B6F8FFECF}"/>
          </ac:spMkLst>
        </pc:spChg>
        <pc:spChg chg="add del mod">
          <ac:chgData name="Monika Ramesh" userId="18e4a5fe4ef239f9" providerId="LiveId" clId="{3C0089E2-22E1-4AFE-A04D-7911EBF8E18C}" dt="2025-12-08T14:35:42.153" v="4972" actId="22"/>
          <ac:spMkLst>
            <pc:docMk/>
            <pc:sldMk cId="3037702855" sldId="277"/>
            <ac:spMk id="45" creationId="{D430AF1A-5E36-98A9-083D-C98D4F0E5D90}"/>
          </ac:spMkLst>
        </pc:spChg>
        <pc:spChg chg="add del mod">
          <ac:chgData name="Monika Ramesh" userId="18e4a5fe4ef239f9" providerId="LiveId" clId="{3C0089E2-22E1-4AFE-A04D-7911EBF8E18C}" dt="2025-12-08T14:38:13.189" v="5021" actId="22"/>
          <ac:spMkLst>
            <pc:docMk/>
            <pc:sldMk cId="3037702855" sldId="277"/>
            <ac:spMk id="47" creationId="{164D21E4-5A73-48CB-2D8D-FEBCACD77C74}"/>
          </ac:spMkLst>
        </pc:spChg>
        <pc:picChg chg="add del mod">
          <ac:chgData name="Monika Ramesh" userId="18e4a5fe4ef239f9" providerId="LiveId" clId="{3C0089E2-22E1-4AFE-A04D-7911EBF8E18C}" dt="2025-12-08T14:15:27.054" v="4820" actId="478"/>
          <ac:picMkLst>
            <pc:docMk/>
            <pc:sldMk cId="3037702855" sldId="277"/>
            <ac:picMk id="14" creationId="{7E4AE72D-AF77-C84B-84E3-2786E906DBB5}"/>
          </ac:picMkLst>
        </pc:picChg>
        <pc:picChg chg="add mod">
          <ac:chgData name="Monika Ramesh" userId="18e4a5fe4ef239f9" providerId="LiveId" clId="{3C0089E2-22E1-4AFE-A04D-7911EBF8E18C}" dt="2025-12-08T14:16:31.310" v="4836" actId="1076"/>
          <ac:picMkLst>
            <pc:docMk/>
            <pc:sldMk cId="3037702855" sldId="277"/>
            <ac:picMk id="21" creationId="{94AA4AA5-7E3F-750E-7800-F22573B07D48}"/>
          </ac:picMkLst>
        </pc:picChg>
        <pc:picChg chg="add mod">
          <ac:chgData name="Monika Ramesh" userId="18e4a5fe4ef239f9" providerId="LiveId" clId="{3C0089E2-22E1-4AFE-A04D-7911EBF8E18C}" dt="2025-12-08T14:20:35.093" v="4855" actId="1076"/>
          <ac:picMkLst>
            <pc:docMk/>
            <pc:sldMk cId="3037702855" sldId="277"/>
            <ac:picMk id="22" creationId="{E4F7EA25-624A-C777-B645-02ABC79FAEDC}"/>
          </ac:picMkLst>
        </pc:picChg>
        <pc:picChg chg="add mod">
          <ac:chgData name="Monika Ramesh" userId="18e4a5fe4ef239f9" providerId="LiveId" clId="{3C0089E2-22E1-4AFE-A04D-7911EBF8E18C}" dt="2025-12-08T14:21:06.046" v="4860" actId="1076"/>
          <ac:picMkLst>
            <pc:docMk/>
            <pc:sldMk cId="3037702855" sldId="277"/>
            <ac:picMk id="23" creationId="{28AB0D0C-B858-E14C-8143-79082DBF1023}"/>
          </ac:picMkLst>
        </pc:picChg>
        <pc:picChg chg="add mod">
          <ac:chgData name="Monika Ramesh" userId="18e4a5fe4ef239f9" providerId="LiveId" clId="{3C0089E2-22E1-4AFE-A04D-7911EBF8E18C}" dt="2025-12-08T14:27:31.815" v="4906" actId="1076"/>
          <ac:picMkLst>
            <pc:docMk/>
            <pc:sldMk cId="3037702855" sldId="277"/>
            <ac:picMk id="24" creationId="{0F3BA050-CF46-91CE-BF5A-0B2DCDEF513C}"/>
          </ac:picMkLst>
        </pc:picChg>
        <pc:picChg chg="add mod">
          <ac:chgData name="Monika Ramesh" userId="18e4a5fe4ef239f9" providerId="LiveId" clId="{3C0089E2-22E1-4AFE-A04D-7911EBF8E18C}" dt="2025-12-08T14:27:41.020" v="4908" actId="1076"/>
          <ac:picMkLst>
            <pc:docMk/>
            <pc:sldMk cId="3037702855" sldId="277"/>
            <ac:picMk id="25" creationId="{5DCE6D57-20B8-0726-643A-BF86E9976EB2}"/>
          </ac:picMkLst>
        </pc:picChg>
        <pc:cxnChg chg="add mod">
          <ac:chgData name="Monika Ramesh" userId="18e4a5fe4ef239f9" providerId="LiveId" clId="{3C0089E2-22E1-4AFE-A04D-7911EBF8E18C}" dt="2025-12-08T14:07:13.209" v="4773" actId="14100"/>
          <ac:cxnSpMkLst>
            <pc:docMk/>
            <pc:sldMk cId="3037702855" sldId="277"/>
            <ac:cxnSpMk id="6" creationId="{92EDAA31-180A-1896-06AA-0E3DAAC0290E}"/>
          </ac:cxnSpMkLst>
        </pc:cxnChg>
        <pc:cxnChg chg="add mod">
          <ac:chgData name="Monika Ramesh" userId="18e4a5fe4ef239f9" providerId="LiveId" clId="{3C0089E2-22E1-4AFE-A04D-7911EBF8E18C}" dt="2025-12-08T14:09:44.176" v="4774"/>
          <ac:cxnSpMkLst>
            <pc:docMk/>
            <pc:sldMk cId="3037702855" sldId="277"/>
            <ac:cxnSpMk id="13" creationId="{51C3DA34-A706-A5E2-12CB-630FE3897D04}"/>
          </ac:cxnSpMkLst>
        </pc:cxnChg>
        <pc:cxnChg chg="add">
          <ac:chgData name="Monika Ramesh" userId="18e4a5fe4ef239f9" providerId="LiveId" clId="{3C0089E2-22E1-4AFE-A04D-7911EBF8E18C}" dt="2025-12-08T14:31:09.478" v="4941" actId="11529"/>
          <ac:cxnSpMkLst>
            <pc:docMk/>
            <pc:sldMk cId="3037702855" sldId="277"/>
            <ac:cxnSpMk id="35" creationId="{3F34D6C3-7137-2B61-44DE-D30E0D81A94B}"/>
          </ac:cxnSpMkLst>
        </pc:cxnChg>
        <pc:cxnChg chg="add">
          <ac:chgData name="Monika Ramesh" userId="18e4a5fe4ef239f9" providerId="LiveId" clId="{3C0089E2-22E1-4AFE-A04D-7911EBF8E18C}" dt="2025-12-08T14:31:27.905" v="4943" actId="11529"/>
          <ac:cxnSpMkLst>
            <pc:docMk/>
            <pc:sldMk cId="3037702855" sldId="277"/>
            <ac:cxnSpMk id="37" creationId="{475C96E2-7D14-A83C-E4CB-2A731A1FB4D5}"/>
          </ac:cxnSpMkLst>
        </pc:cxnChg>
        <pc:cxnChg chg="add">
          <ac:chgData name="Monika Ramesh" userId="18e4a5fe4ef239f9" providerId="LiveId" clId="{3C0089E2-22E1-4AFE-A04D-7911EBF8E18C}" dt="2025-12-08T14:31:39.378" v="4944" actId="11529"/>
          <ac:cxnSpMkLst>
            <pc:docMk/>
            <pc:sldMk cId="3037702855" sldId="277"/>
            <ac:cxnSpMk id="39" creationId="{606C7A70-7092-FB82-5F5A-56AB811C9F3F}"/>
          </ac:cxnSpMkLst>
        </pc:cxnChg>
        <pc:cxnChg chg="add">
          <ac:chgData name="Monika Ramesh" userId="18e4a5fe4ef239f9" providerId="LiveId" clId="{3C0089E2-22E1-4AFE-A04D-7911EBF8E18C}" dt="2025-12-08T14:31:51.465" v="4945" actId="11529"/>
          <ac:cxnSpMkLst>
            <pc:docMk/>
            <pc:sldMk cId="3037702855" sldId="277"/>
            <ac:cxnSpMk id="41" creationId="{5D9410B7-388F-877C-4371-FDCBE10C1565}"/>
          </ac:cxnSpMkLst>
        </pc:cxnChg>
        <pc:cxnChg chg="add">
          <ac:chgData name="Monika Ramesh" userId="18e4a5fe4ef239f9" providerId="LiveId" clId="{3C0089E2-22E1-4AFE-A04D-7911EBF8E18C}" dt="2025-12-08T14:32:03.162" v="4946" actId="11529"/>
          <ac:cxnSpMkLst>
            <pc:docMk/>
            <pc:sldMk cId="3037702855" sldId="277"/>
            <ac:cxnSpMk id="43" creationId="{D06C0082-F5CE-3665-0D51-EDACDD492C89}"/>
          </ac:cxnSpMkLst>
        </pc:cxnChg>
      </pc:sldChg>
      <pc:sldChg chg="addSp modSp add mod">
        <pc:chgData name="Monika Ramesh" userId="18e4a5fe4ef239f9" providerId="LiveId" clId="{3C0089E2-22E1-4AFE-A04D-7911EBF8E18C}" dt="2025-12-09T10:23:49.821" v="5221" actId="14100"/>
        <pc:sldMkLst>
          <pc:docMk/>
          <pc:sldMk cId="771235045" sldId="278"/>
        </pc:sldMkLst>
        <pc:spChg chg="mod">
          <ac:chgData name="Monika Ramesh" userId="18e4a5fe4ef239f9" providerId="LiveId" clId="{3C0089E2-22E1-4AFE-A04D-7911EBF8E18C}" dt="2025-12-09T10:20:47.678" v="5200" actId="1076"/>
          <ac:spMkLst>
            <pc:docMk/>
            <pc:sldMk cId="771235045" sldId="278"/>
            <ac:spMk id="2" creationId="{ED9E2A3A-ACDA-E923-1632-09DE77527B6F}"/>
          </ac:spMkLst>
        </pc:spChg>
        <pc:spChg chg="mod">
          <ac:chgData name="Monika Ramesh" userId="18e4a5fe4ef239f9" providerId="LiveId" clId="{3C0089E2-22E1-4AFE-A04D-7911EBF8E18C}" dt="2025-12-09T10:23:34.005" v="5219" actId="14100"/>
          <ac:spMkLst>
            <pc:docMk/>
            <pc:sldMk cId="771235045" sldId="278"/>
            <ac:spMk id="3" creationId="{0F441089-4A95-E672-7176-48F59987AEDF}"/>
          </ac:spMkLst>
        </pc:spChg>
        <pc:picChg chg="add mod">
          <ac:chgData name="Monika Ramesh" userId="18e4a5fe4ef239f9" providerId="LiveId" clId="{3C0089E2-22E1-4AFE-A04D-7911EBF8E18C}" dt="2025-12-09T10:23:49.821" v="5221" actId="14100"/>
          <ac:picMkLst>
            <pc:docMk/>
            <pc:sldMk cId="771235045" sldId="278"/>
            <ac:picMk id="5" creationId="{D7E14477-5C77-00EA-96F1-3287EF149D36}"/>
          </ac:picMkLst>
        </pc:picChg>
      </pc:sldChg>
      <pc:sldChg chg="addSp delSp modSp add mod">
        <pc:chgData name="Monika Ramesh" userId="18e4a5fe4ef239f9" providerId="LiveId" clId="{3C0089E2-22E1-4AFE-A04D-7911EBF8E18C}" dt="2025-12-09T10:20:09.372" v="5196" actId="14100"/>
        <pc:sldMkLst>
          <pc:docMk/>
          <pc:sldMk cId="212039526" sldId="279"/>
        </pc:sldMkLst>
        <pc:spChg chg="mod">
          <ac:chgData name="Monika Ramesh" userId="18e4a5fe4ef239f9" providerId="LiveId" clId="{3C0089E2-22E1-4AFE-A04D-7911EBF8E18C}" dt="2025-12-09T10:16:27.360" v="5172" actId="1076"/>
          <ac:spMkLst>
            <pc:docMk/>
            <pc:sldMk cId="212039526" sldId="279"/>
            <ac:spMk id="2" creationId="{345592FE-C0C6-A374-C18E-D606670590A9}"/>
          </ac:spMkLst>
        </pc:spChg>
        <pc:spChg chg="mod">
          <ac:chgData name="Monika Ramesh" userId="18e4a5fe4ef239f9" providerId="LiveId" clId="{3C0089E2-22E1-4AFE-A04D-7911EBF8E18C}" dt="2025-12-09T10:16:37.795" v="5173" actId="1076"/>
          <ac:spMkLst>
            <pc:docMk/>
            <pc:sldMk cId="212039526" sldId="279"/>
            <ac:spMk id="3" creationId="{6968EC2B-8434-5C3F-3FFC-AB237676F8F3}"/>
          </ac:spMkLst>
        </pc:spChg>
        <pc:picChg chg="add mod">
          <ac:chgData name="Monika Ramesh" userId="18e4a5fe4ef239f9" providerId="LiveId" clId="{3C0089E2-22E1-4AFE-A04D-7911EBF8E18C}" dt="2025-12-09T10:20:09.372" v="5196" actId="14100"/>
          <ac:picMkLst>
            <pc:docMk/>
            <pc:sldMk cId="212039526" sldId="279"/>
            <ac:picMk id="5" creationId="{CF0415F0-04BA-BFC5-49A9-ED8919C4FFC3}"/>
          </ac:picMkLst>
        </pc:picChg>
        <pc:picChg chg="add del mod">
          <ac:chgData name="Monika Ramesh" userId="18e4a5fe4ef239f9" providerId="LiveId" clId="{3C0089E2-22E1-4AFE-A04D-7911EBF8E18C}" dt="2025-12-09T10:14:01.788" v="5136" actId="478"/>
          <ac:picMkLst>
            <pc:docMk/>
            <pc:sldMk cId="212039526" sldId="279"/>
            <ac:picMk id="7" creationId="{4B89EC5B-FF71-AC56-528D-C4C723AF7EED}"/>
          </ac:picMkLst>
        </pc:picChg>
        <pc:picChg chg="add del mod">
          <ac:chgData name="Monika Ramesh" userId="18e4a5fe4ef239f9" providerId="LiveId" clId="{3C0089E2-22E1-4AFE-A04D-7911EBF8E18C}" dt="2025-12-09T10:19:53.088" v="5189" actId="478"/>
          <ac:picMkLst>
            <pc:docMk/>
            <pc:sldMk cId="212039526" sldId="279"/>
            <ac:picMk id="9" creationId="{645AA9CC-4EAE-3308-46FF-43DEFD222774}"/>
          </ac:picMkLst>
        </pc:picChg>
        <pc:picChg chg="add del mod">
          <ac:chgData name="Monika Ramesh" userId="18e4a5fe4ef239f9" providerId="LiveId" clId="{3C0089E2-22E1-4AFE-A04D-7911EBF8E18C}" dt="2025-12-09T10:19:37.706" v="5186" actId="478"/>
          <ac:picMkLst>
            <pc:docMk/>
            <pc:sldMk cId="212039526" sldId="279"/>
            <ac:picMk id="11" creationId="{223F0396-0BB3-9932-DAFB-82A3AD13F3F3}"/>
          </ac:picMkLst>
        </pc:picChg>
      </pc:sldChg>
      <pc:sldChg chg="addSp modSp add mod">
        <pc:chgData name="Monika Ramesh" userId="18e4a5fe4ef239f9" providerId="LiveId" clId="{3C0089E2-22E1-4AFE-A04D-7911EBF8E18C}" dt="2025-12-09T10:25:47.562" v="5256" actId="1076"/>
        <pc:sldMkLst>
          <pc:docMk/>
          <pc:sldMk cId="3712124720" sldId="280"/>
        </pc:sldMkLst>
        <pc:picChg chg="add mod">
          <ac:chgData name="Monika Ramesh" userId="18e4a5fe4ef239f9" providerId="LiveId" clId="{3C0089E2-22E1-4AFE-A04D-7911EBF8E18C}" dt="2025-12-09T10:25:47.562" v="5256" actId="1076"/>
          <ac:picMkLst>
            <pc:docMk/>
            <pc:sldMk cId="3712124720" sldId="280"/>
            <ac:picMk id="5" creationId="{8982C815-B2E7-0E59-3A1C-C076C0778441}"/>
          </ac:picMkLst>
        </pc:picChg>
      </pc:sldChg>
      <pc:sldChg chg="addSp delSp modSp add del mod">
        <pc:chgData name="Monika Ramesh" userId="18e4a5fe4ef239f9" providerId="LiveId" clId="{3C0089E2-22E1-4AFE-A04D-7911EBF8E18C}" dt="2025-12-09T10:37:45.965" v="5274" actId="47"/>
        <pc:sldMkLst>
          <pc:docMk/>
          <pc:sldMk cId="2941774076" sldId="281"/>
        </pc:sldMkLst>
        <pc:spChg chg="add del mod">
          <ac:chgData name="Monika Ramesh" userId="18e4a5fe4ef239f9" providerId="LiveId" clId="{3C0089E2-22E1-4AFE-A04D-7911EBF8E18C}" dt="2025-12-09T10:37:38.447" v="5273" actId="478"/>
          <ac:spMkLst>
            <pc:docMk/>
            <pc:sldMk cId="2941774076" sldId="281"/>
            <ac:spMk id="3" creationId="{C2CA0FB7-84CE-FFC2-DA86-D1AB97AF63FC}"/>
          </ac:spMkLst>
        </pc:spChg>
        <pc:spChg chg="add mod">
          <ac:chgData name="Monika Ramesh" userId="18e4a5fe4ef239f9" providerId="LiveId" clId="{3C0089E2-22E1-4AFE-A04D-7911EBF8E18C}" dt="2025-12-09T10:37:35.747" v="5272" actId="478"/>
          <ac:spMkLst>
            <pc:docMk/>
            <pc:sldMk cId="2941774076" sldId="281"/>
            <ac:spMk id="4" creationId="{3B9A9A21-0BAE-8790-8CED-96B575F732CE}"/>
          </ac:spMkLst>
        </pc:spChg>
        <pc:picChg chg="add del mod">
          <ac:chgData name="Monika Ramesh" userId="18e4a5fe4ef239f9" providerId="LiveId" clId="{3C0089E2-22E1-4AFE-A04D-7911EBF8E18C}" dt="2025-12-09T10:37:38.447" v="5273" actId="478"/>
          <ac:picMkLst>
            <pc:docMk/>
            <pc:sldMk cId="2941774076" sldId="281"/>
            <ac:picMk id="1026" creationId="{A8D866E0-6AA5-3D18-3BA8-C012AD2D69A4}"/>
          </ac:picMkLst>
        </pc:picChg>
      </pc:sldChg>
      <pc:sldChg chg="addSp delSp modSp add mod">
        <pc:chgData name="Monika Ramesh" userId="18e4a5fe4ef239f9" providerId="LiveId" clId="{3C0089E2-22E1-4AFE-A04D-7911EBF8E18C}" dt="2025-12-09T10:25:15.788" v="5247" actId="1076"/>
        <pc:sldMkLst>
          <pc:docMk/>
          <pc:sldMk cId="705227743" sldId="282"/>
        </pc:sldMkLst>
        <pc:picChg chg="add del mod">
          <ac:chgData name="Monika Ramesh" userId="18e4a5fe4ef239f9" providerId="LiveId" clId="{3C0089E2-22E1-4AFE-A04D-7911EBF8E18C}" dt="2025-12-09T10:24:16.124" v="5226" actId="478"/>
          <ac:picMkLst>
            <pc:docMk/>
            <pc:sldMk cId="705227743" sldId="282"/>
            <ac:picMk id="5" creationId="{57782402-A644-7E88-3FEB-73B5C4169BF3}"/>
          </ac:picMkLst>
        </pc:picChg>
        <pc:picChg chg="add mod">
          <ac:chgData name="Monika Ramesh" userId="18e4a5fe4ef239f9" providerId="LiveId" clId="{3C0089E2-22E1-4AFE-A04D-7911EBF8E18C}" dt="2025-12-09T10:25:15.788" v="5247" actId="1076"/>
          <ac:picMkLst>
            <pc:docMk/>
            <pc:sldMk cId="705227743" sldId="282"/>
            <ac:picMk id="7" creationId="{0792C797-4E08-C902-2DE8-B166105ADD83}"/>
          </ac:picMkLst>
        </pc:picChg>
      </pc:sldChg>
      <pc:sldChg chg="addSp modSp new">
        <pc:chgData name="Monika Ramesh" userId="18e4a5fe4ef239f9" providerId="LiveId" clId="{3C0089E2-22E1-4AFE-A04D-7911EBF8E18C}" dt="2025-12-09T10:40:58.451" v="5306" actId="14100"/>
        <pc:sldMkLst>
          <pc:docMk/>
          <pc:sldMk cId="3411481037" sldId="283"/>
        </pc:sldMkLst>
        <pc:picChg chg="add mod">
          <ac:chgData name="Monika Ramesh" userId="18e4a5fe4ef239f9" providerId="LiveId" clId="{3C0089E2-22E1-4AFE-A04D-7911EBF8E18C}" dt="2025-12-09T10:40:58.451" v="5306" actId="14100"/>
          <ac:picMkLst>
            <pc:docMk/>
            <pc:sldMk cId="3411481037" sldId="283"/>
            <ac:picMk id="2050" creationId="{6F44E7D9-7F80-51B0-8EF2-893A060DB10E}"/>
          </ac:picMkLst>
        </pc:picChg>
      </pc:sldChg>
      <pc:sldChg chg="new del">
        <pc:chgData name="Monika Ramesh" userId="18e4a5fe4ef239f9" providerId="LiveId" clId="{3C0089E2-22E1-4AFE-A04D-7911EBF8E18C}" dt="2025-12-09T10:22:35.284" v="5207" actId="680"/>
        <pc:sldMkLst>
          <pc:docMk/>
          <pc:sldMk cId="3928268502" sldId="283"/>
        </pc:sldMkLst>
      </pc:sldChg>
      <pc:sldChg chg="addSp delSp modSp new add del mod ord">
        <pc:chgData name="Monika Ramesh" userId="18e4a5fe4ef239f9" providerId="LiveId" clId="{3C0089E2-22E1-4AFE-A04D-7911EBF8E18C}" dt="2025-12-09T11:51:43.051" v="5968" actId="2696"/>
        <pc:sldMkLst>
          <pc:docMk/>
          <pc:sldMk cId="1525624077" sldId="284"/>
        </pc:sldMkLst>
        <pc:spChg chg="add mod">
          <ac:chgData name="Monika Ramesh" userId="18e4a5fe4ef239f9" providerId="LiveId" clId="{3C0089E2-22E1-4AFE-A04D-7911EBF8E18C}" dt="2025-12-09T10:54:15.723" v="5366" actId="20577"/>
          <ac:spMkLst>
            <pc:docMk/>
            <pc:sldMk cId="1525624077" sldId="284"/>
            <ac:spMk id="2" creationId="{BF30B12B-6E0E-76EB-F3FC-7C8A8DB8EA1D}"/>
          </ac:spMkLst>
        </pc:spChg>
        <pc:spChg chg="add del mod">
          <ac:chgData name="Monika Ramesh" userId="18e4a5fe4ef239f9" providerId="LiveId" clId="{3C0089E2-22E1-4AFE-A04D-7911EBF8E18C}" dt="2025-12-09T10:54:14.868" v="5364" actId="11529"/>
          <ac:spMkLst>
            <pc:docMk/>
            <pc:sldMk cId="1525624077" sldId="284"/>
            <ac:spMk id="3" creationId="{F7EA4709-69E4-BFAA-8188-F208BAD7AF60}"/>
          </ac:spMkLst>
        </pc:spChg>
        <pc:picChg chg="add del mod">
          <ac:chgData name="Monika Ramesh" userId="18e4a5fe4ef239f9" providerId="LiveId" clId="{3C0089E2-22E1-4AFE-A04D-7911EBF8E18C}" dt="2025-12-09T10:47:10.031" v="5323" actId="21"/>
          <ac:picMkLst>
            <pc:docMk/>
            <pc:sldMk cId="1525624077" sldId="284"/>
            <ac:picMk id="1026" creationId="{240716FB-BE78-E582-35A7-39C458FB1E01}"/>
          </ac:picMkLst>
        </pc:picChg>
        <pc:picChg chg="add mod">
          <ac:chgData name="Monika Ramesh" userId="18e4a5fe4ef239f9" providerId="LiveId" clId="{3C0089E2-22E1-4AFE-A04D-7911EBF8E18C}" dt="2025-12-09T10:55:04.530" v="5376" actId="14100"/>
          <ac:picMkLst>
            <pc:docMk/>
            <pc:sldMk cId="1525624077" sldId="284"/>
            <ac:picMk id="1028" creationId="{09B2A37F-B197-53D1-7269-F620C49B448C}"/>
          </ac:picMkLst>
        </pc:picChg>
        <pc:picChg chg="add">
          <ac:chgData name="Monika Ramesh" userId="18e4a5fe4ef239f9" providerId="LiveId" clId="{3C0089E2-22E1-4AFE-A04D-7911EBF8E18C}" dt="2025-12-09T10:54:56.498" v="5369"/>
          <ac:picMkLst>
            <pc:docMk/>
            <pc:sldMk cId="1525624077" sldId="284"/>
            <ac:picMk id="1030" creationId="{DCFCF8BE-60B3-792A-544C-AA36C92B3EED}"/>
          </ac:picMkLst>
        </pc:picChg>
      </pc:sldChg>
      <pc:sldChg chg="new del">
        <pc:chgData name="Monika Ramesh" userId="18e4a5fe4ef239f9" providerId="LiveId" clId="{3C0089E2-22E1-4AFE-A04D-7911EBF8E18C}" dt="2025-12-09T10:22:33.361" v="5206" actId="680"/>
        <pc:sldMkLst>
          <pc:docMk/>
          <pc:sldMk cId="2348830519" sldId="284"/>
        </pc:sldMkLst>
      </pc:sldChg>
      <pc:sldChg chg="new del">
        <pc:chgData name="Monika Ramesh" userId="18e4a5fe4ef239f9" providerId="LiveId" clId="{3C0089E2-22E1-4AFE-A04D-7911EBF8E18C}" dt="2025-12-09T10:41:42.188" v="5308" actId="680"/>
        <pc:sldMkLst>
          <pc:docMk/>
          <pc:sldMk cId="2688662470" sldId="284"/>
        </pc:sldMkLst>
      </pc:sldChg>
      <pc:sldChg chg="addSp delSp modSp new del mod">
        <pc:chgData name="Monika Ramesh" userId="18e4a5fe4ef239f9" providerId="LiveId" clId="{3C0089E2-22E1-4AFE-A04D-7911EBF8E18C}" dt="2025-12-09T11:02:44.856" v="5461" actId="2696"/>
        <pc:sldMkLst>
          <pc:docMk/>
          <pc:sldMk cId="2389566779" sldId="285"/>
        </pc:sldMkLst>
        <pc:spChg chg="del mod">
          <ac:chgData name="Monika Ramesh" userId="18e4a5fe4ef239f9" providerId="LiveId" clId="{3C0089E2-22E1-4AFE-A04D-7911EBF8E18C}" dt="2025-12-09T10:56:21.500" v="5392" actId="478"/>
          <ac:spMkLst>
            <pc:docMk/>
            <pc:sldMk cId="2389566779" sldId="285"/>
            <ac:spMk id="2" creationId="{9C849529-2A4D-58EF-3F64-A95EA49C43BC}"/>
          </ac:spMkLst>
        </pc:spChg>
        <pc:spChg chg="mod">
          <ac:chgData name="Monika Ramesh" userId="18e4a5fe4ef239f9" providerId="LiveId" clId="{3C0089E2-22E1-4AFE-A04D-7911EBF8E18C}" dt="2025-12-09T11:00:17.718" v="5457" actId="114"/>
          <ac:spMkLst>
            <pc:docMk/>
            <pc:sldMk cId="2389566779" sldId="285"/>
            <ac:spMk id="3" creationId="{81E90BF7-A8E2-C402-B77D-48F8F26676AC}"/>
          </ac:spMkLst>
        </pc:spChg>
        <pc:spChg chg="add del mod">
          <ac:chgData name="Monika Ramesh" userId="18e4a5fe4ef239f9" providerId="LiveId" clId="{3C0089E2-22E1-4AFE-A04D-7911EBF8E18C}" dt="2025-12-09T11:00:21.353" v="5460" actId="20577"/>
          <ac:spMkLst>
            <pc:docMk/>
            <pc:sldMk cId="2389566779" sldId="285"/>
            <ac:spMk id="4" creationId="{A8F146E6-BC66-4DC5-7FC4-EB5568F1892B}"/>
          </ac:spMkLst>
        </pc:spChg>
        <pc:spChg chg="add mod">
          <ac:chgData name="Monika Ramesh" userId="18e4a5fe4ef239f9" providerId="LiveId" clId="{3C0089E2-22E1-4AFE-A04D-7911EBF8E18C}" dt="2025-12-09T10:59:47.685" v="5453" actId="14100"/>
          <ac:spMkLst>
            <pc:docMk/>
            <pc:sldMk cId="2389566779" sldId="285"/>
            <ac:spMk id="5" creationId="{07D5E531-0BE1-ACFE-9525-D29D7A7E7914}"/>
          </ac:spMkLst>
        </pc:spChg>
        <pc:picChg chg="add mod">
          <ac:chgData name="Monika Ramesh" userId="18e4a5fe4ef239f9" providerId="LiveId" clId="{3C0089E2-22E1-4AFE-A04D-7911EBF8E18C}" dt="2025-12-09T10:59:45.011" v="5451" actId="14100"/>
          <ac:picMkLst>
            <pc:docMk/>
            <pc:sldMk cId="2389566779" sldId="285"/>
            <ac:picMk id="2050" creationId="{47B8F3EB-27F7-F41B-F461-A581C3859DE2}"/>
          </ac:picMkLst>
        </pc:picChg>
      </pc:sldChg>
      <pc:sldChg chg="addSp delSp modSp new mod">
        <pc:chgData name="Monika Ramesh" userId="18e4a5fe4ef239f9" providerId="LiveId" clId="{3C0089E2-22E1-4AFE-A04D-7911EBF8E18C}" dt="2025-12-09T12:42:11.591" v="6594" actId="1076"/>
        <pc:sldMkLst>
          <pc:docMk/>
          <pc:sldMk cId="4167981694" sldId="285"/>
        </pc:sldMkLst>
        <pc:spChg chg="add del mod">
          <ac:chgData name="Monika Ramesh" userId="18e4a5fe4ef239f9" providerId="LiveId" clId="{3C0089E2-22E1-4AFE-A04D-7911EBF8E18C}" dt="2025-12-09T12:27:43.641" v="6423" actId="478"/>
          <ac:spMkLst>
            <pc:docMk/>
            <pc:sldMk cId="4167981694" sldId="285"/>
            <ac:spMk id="2" creationId="{5260D5B6-AB3B-22B1-0A25-33121576D058}"/>
          </ac:spMkLst>
        </pc:spChg>
        <pc:spChg chg="add mod">
          <ac:chgData name="Monika Ramesh" userId="18e4a5fe4ef239f9" providerId="LiveId" clId="{3C0089E2-22E1-4AFE-A04D-7911EBF8E18C}" dt="2025-12-09T12:41:39.102" v="6592" actId="207"/>
          <ac:spMkLst>
            <pc:docMk/>
            <pc:sldMk cId="4167981694" sldId="285"/>
            <ac:spMk id="2" creationId="{9905BAA5-2D76-7695-7BD0-3F5352C29E1F}"/>
          </ac:spMkLst>
        </pc:spChg>
        <pc:spChg chg="add del mod">
          <ac:chgData name="Monika Ramesh" userId="18e4a5fe4ef239f9" providerId="LiveId" clId="{3C0089E2-22E1-4AFE-A04D-7911EBF8E18C}" dt="2025-12-09T12:04:50.712" v="6180" actId="478"/>
          <ac:spMkLst>
            <pc:docMk/>
            <pc:sldMk cId="4167981694" sldId="285"/>
            <ac:spMk id="3" creationId="{03CC27C8-9055-82D8-7EE9-A1A09ACAC14E}"/>
          </ac:spMkLst>
        </pc:spChg>
        <pc:spChg chg="del mod">
          <ac:chgData name="Monika Ramesh" userId="18e4a5fe4ef239f9" providerId="LiveId" clId="{3C0089E2-22E1-4AFE-A04D-7911EBF8E18C}" dt="2025-12-09T11:09:26.265" v="5600" actId="478"/>
          <ac:spMkLst>
            <pc:docMk/>
            <pc:sldMk cId="4167981694" sldId="285"/>
            <ac:spMk id="3" creationId="{86C0333C-091B-EE08-C028-1A4241DCE91F}"/>
          </ac:spMkLst>
        </pc:spChg>
        <pc:spChg chg="add del mod">
          <ac:chgData name="Monika Ramesh" userId="18e4a5fe4ef239f9" providerId="LiveId" clId="{3C0089E2-22E1-4AFE-A04D-7911EBF8E18C}" dt="2025-12-09T12:32:11.506" v="6468" actId="478"/>
          <ac:spMkLst>
            <pc:docMk/>
            <pc:sldMk cId="4167981694" sldId="285"/>
            <ac:spMk id="3" creationId="{93F90019-2D0C-CE2C-4151-63CCC04797FA}"/>
          </ac:spMkLst>
        </pc:spChg>
        <pc:spChg chg="add del mod">
          <ac:chgData name="Monika Ramesh" userId="18e4a5fe4ef239f9" providerId="LiveId" clId="{3C0089E2-22E1-4AFE-A04D-7911EBF8E18C}" dt="2025-12-09T12:04:26.817" v="6166" actId="11529"/>
          <ac:spMkLst>
            <pc:docMk/>
            <pc:sldMk cId="4167981694" sldId="285"/>
            <ac:spMk id="4" creationId="{CD0B32F9-B89F-7E63-E076-59F66FE6C156}"/>
          </ac:spMkLst>
        </pc:spChg>
        <pc:spChg chg="add del mod">
          <ac:chgData name="Monika Ramesh" userId="18e4a5fe4ef239f9" providerId="LiveId" clId="{3C0089E2-22E1-4AFE-A04D-7911EBF8E18C}" dt="2025-12-09T11:20:30.720" v="5666" actId="478"/>
          <ac:spMkLst>
            <pc:docMk/>
            <pc:sldMk cId="4167981694" sldId="285"/>
            <ac:spMk id="5" creationId="{D30635A1-A0F7-75E1-20B5-414B3D9639FA}"/>
          </ac:spMkLst>
        </pc:spChg>
        <pc:spChg chg="add del mod">
          <ac:chgData name="Monika Ramesh" userId="18e4a5fe4ef239f9" providerId="LiveId" clId="{3C0089E2-22E1-4AFE-A04D-7911EBF8E18C}" dt="2025-12-09T12:30:55.312" v="6460" actId="478"/>
          <ac:spMkLst>
            <pc:docMk/>
            <pc:sldMk cId="4167981694" sldId="285"/>
            <ac:spMk id="5" creationId="{F42083A4-A74C-45B4-8A99-31A056947AC3}"/>
          </ac:spMkLst>
        </pc:spChg>
        <pc:spChg chg="add mod">
          <ac:chgData name="Monika Ramesh" userId="18e4a5fe4ef239f9" providerId="LiveId" clId="{3C0089E2-22E1-4AFE-A04D-7911EBF8E18C}" dt="2025-12-09T12:40:17.248" v="6557" actId="207"/>
          <ac:spMkLst>
            <pc:docMk/>
            <pc:sldMk cId="4167981694" sldId="285"/>
            <ac:spMk id="6" creationId="{EE53FA43-46E9-2226-7A1C-4717D785339D}"/>
          </ac:spMkLst>
        </pc:spChg>
        <pc:spChg chg="add del mod">
          <ac:chgData name="Monika Ramesh" userId="18e4a5fe4ef239f9" providerId="LiveId" clId="{3C0089E2-22E1-4AFE-A04D-7911EBF8E18C}" dt="2025-12-09T12:32:14.910" v="6469" actId="478"/>
          <ac:spMkLst>
            <pc:docMk/>
            <pc:sldMk cId="4167981694" sldId="285"/>
            <ac:spMk id="7" creationId="{B37B3066-98F5-B9DC-DF4F-A3B8463B52FA}"/>
          </ac:spMkLst>
        </pc:spChg>
        <pc:spChg chg="add del mod">
          <ac:chgData name="Monika Ramesh" userId="18e4a5fe4ef239f9" providerId="LiveId" clId="{3C0089E2-22E1-4AFE-A04D-7911EBF8E18C}" dt="2025-12-09T11:39:43.403" v="5688" actId="478"/>
          <ac:spMkLst>
            <pc:docMk/>
            <pc:sldMk cId="4167981694" sldId="285"/>
            <ac:spMk id="7" creationId="{CB969ADB-076A-076D-3DD3-8EA4E54BF528}"/>
          </ac:spMkLst>
        </pc:spChg>
        <pc:spChg chg="add del">
          <ac:chgData name="Monika Ramesh" userId="18e4a5fe4ef239f9" providerId="LiveId" clId="{3C0089E2-22E1-4AFE-A04D-7911EBF8E18C}" dt="2025-12-09T12:05:35.376" v="6197" actId="478"/>
          <ac:spMkLst>
            <pc:docMk/>
            <pc:sldMk cId="4167981694" sldId="285"/>
            <ac:spMk id="8" creationId="{06F88BEE-F9CB-D968-D30B-9264E2062815}"/>
          </ac:spMkLst>
        </pc:spChg>
        <pc:spChg chg="add del mod">
          <ac:chgData name="Monika Ramesh" userId="18e4a5fe4ef239f9" providerId="LiveId" clId="{3C0089E2-22E1-4AFE-A04D-7911EBF8E18C}" dt="2025-12-09T12:02:28.973" v="6114" actId="478"/>
          <ac:spMkLst>
            <pc:docMk/>
            <pc:sldMk cId="4167981694" sldId="285"/>
            <ac:spMk id="8" creationId="{E66C500D-10A4-5305-E475-DDDD5269DADC}"/>
          </ac:spMkLst>
        </pc:spChg>
        <pc:spChg chg="add del mod">
          <ac:chgData name="Monika Ramesh" userId="18e4a5fe4ef239f9" providerId="LiveId" clId="{3C0089E2-22E1-4AFE-A04D-7911EBF8E18C}" dt="2025-12-09T12:37:07.180" v="6506" actId="478"/>
          <ac:spMkLst>
            <pc:docMk/>
            <pc:sldMk cId="4167981694" sldId="285"/>
            <ac:spMk id="9" creationId="{55C542C6-C1B8-2753-64DA-4E5D38130B1E}"/>
          </ac:spMkLst>
        </pc:spChg>
        <pc:spChg chg="add mod">
          <ac:chgData name="Monika Ramesh" userId="18e4a5fe4ef239f9" providerId="LiveId" clId="{3C0089E2-22E1-4AFE-A04D-7911EBF8E18C}" dt="2025-12-09T12:41:08.635" v="6591" actId="207"/>
          <ac:spMkLst>
            <pc:docMk/>
            <pc:sldMk cId="4167981694" sldId="285"/>
            <ac:spMk id="10" creationId="{3F0C43FA-1B76-1AC1-7ED5-21EC556ABE4B}"/>
          </ac:spMkLst>
        </pc:spChg>
        <pc:spChg chg="add del mod">
          <ac:chgData name="Monika Ramesh" userId="18e4a5fe4ef239f9" providerId="LiveId" clId="{3C0089E2-22E1-4AFE-A04D-7911EBF8E18C}" dt="2025-12-09T12:05:02.434" v="6186" actId="478"/>
          <ac:spMkLst>
            <pc:docMk/>
            <pc:sldMk cId="4167981694" sldId="285"/>
            <ac:spMk id="11" creationId="{AE7FEC0B-17FF-C9A2-9381-2DA67CF2F8F5}"/>
          </ac:spMkLst>
        </pc:spChg>
        <pc:spChg chg="add del mod">
          <ac:chgData name="Monika Ramesh" userId="18e4a5fe4ef239f9" providerId="LiveId" clId="{3C0089E2-22E1-4AFE-A04D-7911EBF8E18C}" dt="2025-12-09T12:39:58.692" v="6555" actId="478"/>
          <ac:spMkLst>
            <pc:docMk/>
            <pc:sldMk cId="4167981694" sldId="285"/>
            <ac:spMk id="12" creationId="{2703F905-C98D-FDD2-FC9C-8A2535407E51}"/>
          </ac:spMkLst>
        </pc:spChg>
        <pc:spChg chg="add del mod">
          <ac:chgData name="Monika Ramesh" userId="18e4a5fe4ef239f9" providerId="LiveId" clId="{3C0089E2-22E1-4AFE-A04D-7911EBF8E18C}" dt="2025-12-09T12:04:59.256" v="6184" actId="478"/>
          <ac:spMkLst>
            <pc:docMk/>
            <pc:sldMk cId="4167981694" sldId="285"/>
            <ac:spMk id="12" creationId="{A33A70BC-6234-7203-2434-DA9DFE1E302F}"/>
          </ac:spMkLst>
        </pc:spChg>
        <pc:spChg chg="add del mod">
          <ac:chgData name="Monika Ramesh" userId="18e4a5fe4ef239f9" providerId="LiveId" clId="{3C0089E2-22E1-4AFE-A04D-7911EBF8E18C}" dt="2025-12-09T12:39:53.250" v="6553" actId="478"/>
          <ac:spMkLst>
            <pc:docMk/>
            <pc:sldMk cId="4167981694" sldId="285"/>
            <ac:spMk id="14" creationId="{D2BD0971-2748-038E-DF49-B98F1B668E19}"/>
          </ac:spMkLst>
        </pc:spChg>
        <pc:picChg chg="add del mod">
          <ac:chgData name="Monika Ramesh" userId="18e4a5fe4ef239f9" providerId="LiveId" clId="{3C0089E2-22E1-4AFE-A04D-7911EBF8E18C}" dt="2025-12-09T11:39:36.645" v="5687" actId="22"/>
          <ac:picMkLst>
            <pc:docMk/>
            <pc:sldMk cId="4167981694" sldId="285"/>
            <ac:picMk id="4" creationId="{BF1830C6-C87E-9006-353B-530049B9DECD}"/>
          </ac:picMkLst>
        </pc:picChg>
        <pc:picChg chg="add del mod">
          <ac:chgData name="Monika Ramesh" userId="18e4a5fe4ef239f9" providerId="LiveId" clId="{3C0089E2-22E1-4AFE-A04D-7911EBF8E18C}" dt="2025-12-09T12:37:38.209" v="6514" actId="478"/>
          <ac:picMkLst>
            <pc:docMk/>
            <pc:sldMk cId="4167981694" sldId="285"/>
            <ac:picMk id="4" creationId="{D3E4CC01-C0A3-0766-AD22-18FCAA2BA1DC}"/>
          </ac:picMkLst>
        </pc:picChg>
        <pc:picChg chg="add del mod">
          <ac:chgData name="Monika Ramesh" userId="18e4a5fe4ef239f9" providerId="LiveId" clId="{3C0089E2-22E1-4AFE-A04D-7911EBF8E18C}" dt="2025-12-09T12:32:26.090" v="6473" actId="478"/>
          <ac:picMkLst>
            <pc:docMk/>
            <pc:sldMk cId="4167981694" sldId="285"/>
            <ac:picMk id="8" creationId="{D5C91DEA-3CDF-D41D-366B-AD96EBE85D1B}"/>
          </ac:picMkLst>
        </pc:picChg>
        <pc:picChg chg="add del mod">
          <ac:chgData name="Monika Ramesh" userId="18e4a5fe4ef239f9" providerId="LiveId" clId="{3C0089E2-22E1-4AFE-A04D-7911EBF8E18C}" dt="2025-12-09T11:56:08.004" v="6002" actId="478"/>
          <ac:picMkLst>
            <pc:docMk/>
            <pc:sldMk cId="4167981694" sldId="285"/>
            <ac:picMk id="9" creationId="{421DDA32-46A8-902C-8ED3-B5544317D2B3}"/>
          </ac:picMkLst>
        </pc:picChg>
        <pc:picChg chg="add del mod">
          <ac:chgData name="Monika Ramesh" userId="18e4a5fe4ef239f9" providerId="LiveId" clId="{3C0089E2-22E1-4AFE-A04D-7911EBF8E18C}" dt="2025-12-09T11:57:31.012" v="6034" actId="478"/>
          <ac:picMkLst>
            <pc:docMk/>
            <pc:sldMk cId="4167981694" sldId="285"/>
            <ac:picMk id="10" creationId="{C892C8A5-23B6-454E-D0A3-798A3345645B}"/>
          </ac:picMkLst>
        </pc:picChg>
        <pc:picChg chg="add del mod">
          <ac:chgData name="Monika Ramesh" userId="18e4a5fe4ef239f9" providerId="LiveId" clId="{3C0089E2-22E1-4AFE-A04D-7911EBF8E18C}" dt="2025-12-09T12:37:36.144" v="6513" actId="478"/>
          <ac:picMkLst>
            <pc:docMk/>
            <pc:sldMk cId="4167981694" sldId="285"/>
            <ac:picMk id="11" creationId="{E8A3DCBE-7EA1-E016-25B6-643E874D6AB9}"/>
          </ac:picMkLst>
        </pc:picChg>
        <pc:picChg chg="add mod">
          <ac:chgData name="Monika Ramesh" userId="18e4a5fe4ef239f9" providerId="LiveId" clId="{3C0089E2-22E1-4AFE-A04D-7911EBF8E18C}" dt="2025-12-09T12:42:11.591" v="6594" actId="1076"/>
          <ac:picMkLst>
            <pc:docMk/>
            <pc:sldMk cId="4167981694" sldId="285"/>
            <ac:picMk id="13" creationId="{8CEC07D7-DA7C-4FBC-0E77-07C7A7608E97}"/>
          </ac:picMkLst>
        </pc:picChg>
        <pc:picChg chg="add del mod">
          <ac:chgData name="Monika Ramesh" userId="18e4a5fe4ef239f9" providerId="LiveId" clId="{3C0089E2-22E1-4AFE-A04D-7911EBF8E18C}" dt="2025-12-09T12:08:44.242" v="6286" actId="478"/>
          <ac:picMkLst>
            <pc:docMk/>
            <pc:sldMk cId="4167981694" sldId="285"/>
            <ac:picMk id="13" creationId="{A6D8F2F6-21EB-32F9-0CF7-3FF63DA65711}"/>
          </ac:picMkLst>
        </pc:picChg>
        <pc:picChg chg="add del mod">
          <ac:chgData name="Monika Ramesh" userId="18e4a5fe4ef239f9" providerId="LiveId" clId="{3C0089E2-22E1-4AFE-A04D-7911EBF8E18C}" dt="2025-12-09T12:00:50.961" v="6080" actId="478"/>
          <ac:picMkLst>
            <pc:docMk/>
            <pc:sldMk cId="4167981694" sldId="285"/>
            <ac:picMk id="14" creationId="{134C7B53-5A70-0A68-A8C4-106CDB604A8D}"/>
          </ac:picMkLst>
        </pc:picChg>
        <pc:picChg chg="add del mod">
          <ac:chgData name="Monika Ramesh" userId="18e4a5fe4ef239f9" providerId="LiveId" clId="{3C0089E2-22E1-4AFE-A04D-7911EBF8E18C}" dt="2025-12-09T12:08:36.864" v="6285" actId="478"/>
          <ac:picMkLst>
            <pc:docMk/>
            <pc:sldMk cId="4167981694" sldId="285"/>
            <ac:picMk id="15" creationId="{91096984-5C38-09F7-FCFC-2642A7AFA045}"/>
          </ac:picMkLst>
        </pc:picChg>
        <pc:picChg chg="add mod">
          <ac:chgData name="Monika Ramesh" userId="18e4a5fe4ef239f9" providerId="LiveId" clId="{3C0089E2-22E1-4AFE-A04D-7911EBF8E18C}" dt="2025-12-09T12:39:49.034" v="6552" actId="1076"/>
          <ac:picMkLst>
            <pc:docMk/>
            <pc:sldMk cId="4167981694" sldId="285"/>
            <ac:picMk id="15" creationId="{B09F002F-B352-93C7-6004-66E0CD88FC17}"/>
          </ac:picMkLst>
        </pc:picChg>
        <pc:picChg chg="add mod">
          <ac:chgData name="Monika Ramesh" userId="18e4a5fe4ef239f9" providerId="LiveId" clId="{3C0089E2-22E1-4AFE-A04D-7911EBF8E18C}" dt="2025-12-09T11:56:43.857" v="6011" actId="1076"/>
          <ac:picMkLst>
            <pc:docMk/>
            <pc:sldMk cId="4167981694" sldId="285"/>
            <ac:picMk id="2050" creationId="{A6C84D90-59F8-7D9A-5AE1-36D7165AB170}"/>
          </ac:picMkLst>
        </pc:picChg>
        <pc:picChg chg="add del mod">
          <ac:chgData name="Monika Ramesh" userId="18e4a5fe4ef239f9" providerId="LiveId" clId="{3C0089E2-22E1-4AFE-A04D-7911EBF8E18C}" dt="2025-12-09T11:09:26.265" v="5600" actId="478"/>
          <ac:picMkLst>
            <pc:docMk/>
            <pc:sldMk cId="4167981694" sldId="285"/>
            <ac:picMk id="3074" creationId="{21A65BCC-47DD-0D31-D71F-468AE1E24F65}"/>
          </ac:picMkLst>
        </pc:picChg>
      </pc:sldChg>
      <pc:sldChg chg="addSp delSp modSp new del">
        <pc:chgData name="Monika Ramesh" userId="18e4a5fe4ef239f9" providerId="LiveId" clId="{3C0089E2-22E1-4AFE-A04D-7911EBF8E18C}" dt="2025-12-09T12:41:56.708" v="6593" actId="2696"/>
        <pc:sldMkLst>
          <pc:docMk/>
          <pc:sldMk cId="1272970827" sldId="286"/>
        </pc:sldMkLst>
        <pc:spChg chg="del">
          <ac:chgData name="Monika Ramesh" userId="18e4a5fe4ef239f9" providerId="LiveId" clId="{3C0089E2-22E1-4AFE-A04D-7911EBF8E18C}" dt="2025-12-09T12:34:17.721" v="6475"/>
          <ac:spMkLst>
            <pc:docMk/>
            <pc:sldMk cId="1272970827" sldId="286"/>
            <ac:spMk id="3" creationId="{7A75A3FC-3C28-5117-0E39-8C1351BA5A1A}"/>
          </ac:spMkLst>
        </pc:spChg>
        <pc:picChg chg="add mod">
          <ac:chgData name="Monika Ramesh" userId="18e4a5fe4ef239f9" providerId="LiveId" clId="{3C0089E2-22E1-4AFE-A04D-7911EBF8E18C}" dt="2025-12-09T12:34:33.820" v="6479" actId="1076"/>
          <ac:picMkLst>
            <pc:docMk/>
            <pc:sldMk cId="1272970827" sldId="286"/>
            <ac:picMk id="1026" creationId="{892D798E-09E1-466A-7C09-CCA4B985EA62}"/>
          </ac:picMkLst>
        </pc:picChg>
      </pc:sldChg>
      <pc:sldChg chg="addSp delSp modSp new del mod">
        <pc:chgData name="Monika Ramesh" userId="18e4a5fe4ef239f9" providerId="LiveId" clId="{3C0089E2-22E1-4AFE-A04D-7911EBF8E18C}" dt="2025-12-09T12:24:00.696" v="6374" actId="47"/>
        <pc:sldMkLst>
          <pc:docMk/>
          <pc:sldMk cId="1971603901" sldId="286"/>
        </pc:sldMkLst>
        <pc:spChg chg="add del mod">
          <ac:chgData name="Monika Ramesh" userId="18e4a5fe4ef239f9" providerId="LiveId" clId="{3C0089E2-22E1-4AFE-A04D-7911EBF8E18C}" dt="2025-12-09T12:08:47.277" v="6289"/>
          <ac:spMkLst>
            <pc:docMk/>
            <pc:sldMk cId="1971603901" sldId="286"/>
            <ac:spMk id="2" creationId="{AC9877B5-882D-3542-0D45-5438E82FF148}"/>
          </ac:spMkLst>
        </pc:spChg>
        <pc:spChg chg="add mod">
          <ac:chgData name="Monika Ramesh" userId="18e4a5fe4ef239f9" providerId="LiveId" clId="{3C0089E2-22E1-4AFE-A04D-7911EBF8E18C}" dt="2025-12-09T12:09:32.464" v="6308" actId="1076"/>
          <ac:spMkLst>
            <pc:docMk/>
            <pc:sldMk cId="1971603901" sldId="286"/>
            <ac:spMk id="5" creationId="{AC1A6B7E-0C57-BEF4-400A-F1E8B771275E}"/>
          </ac:spMkLst>
        </pc:spChg>
        <pc:picChg chg="add mod">
          <ac:chgData name="Monika Ramesh" userId="18e4a5fe4ef239f9" providerId="LiveId" clId="{3C0089E2-22E1-4AFE-A04D-7911EBF8E18C}" dt="2025-12-09T12:08:47.470" v="6290"/>
          <ac:picMkLst>
            <pc:docMk/>
            <pc:sldMk cId="1971603901" sldId="286"/>
            <ac:picMk id="3" creationId="{A6D8F2F6-21EB-32F9-0CF7-3FF63DA65711}"/>
          </ac:picMkLst>
        </pc:picChg>
        <pc:picChg chg="add mod">
          <ac:chgData name="Monika Ramesh" userId="18e4a5fe4ef239f9" providerId="LiveId" clId="{3C0089E2-22E1-4AFE-A04D-7911EBF8E18C}" dt="2025-12-09T11:54:11.826" v="5989" actId="14100"/>
          <ac:picMkLst>
            <pc:docMk/>
            <pc:sldMk cId="1971603901" sldId="286"/>
            <ac:picMk id="1026" creationId="{7E5A93F3-CC37-00F5-D93C-24CAA8E753C6}"/>
          </ac:picMkLst>
        </pc:picChg>
        <pc:picChg chg="add">
          <ac:chgData name="Monika Ramesh" userId="18e4a5fe4ef239f9" providerId="LiveId" clId="{3C0089E2-22E1-4AFE-A04D-7911EBF8E18C}" dt="2025-12-09T11:54:13.569" v="5990"/>
          <ac:picMkLst>
            <pc:docMk/>
            <pc:sldMk cId="1971603901" sldId="286"/>
            <ac:picMk id="1028" creationId="{2A241787-2E01-542B-29DA-69F5BB817F4F}"/>
          </ac:picMkLst>
        </pc:picChg>
        <pc:picChg chg="add mod">
          <ac:chgData name="Monika Ramesh" userId="18e4a5fe4ef239f9" providerId="LiveId" clId="{3C0089E2-22E1-4AFE-A04D-7911EBF8E18C}" dt="2025-12-09T11:55:38.113" v="5993" actId="14100"/>
          <ac:picMkLst>
            <pc:docMk/>
            <pc:sldMk cId="1971603901" sldId="286"/>
            <ac:picMk id="1030" creationId="{20675A8C-9143-59E3-BC0A-04014D6D7C31}"/>
          </ac:picMkLst>
        </pc:picChg>
        <pc:picChg chg="add mod">
          <ac:chgData name="Monika Ramesh" userId="18e4a5fe4ef239f9" providerId="LiveId" clId="{3C0089E2-22E1-4AFE-A04D-7911EBF8E18C}" dt="2025-12-09T11:57:06.380" v="6027" actId="1076"/>
          <ac:picMkLst>
            <pc:docMk/>
            <pc:sldMk cId="1971603901" sldId="286"/>
            <ac:picMk id="1032" creationId="{A1F45F4E-85C1-4FBA-7B4B-96E43408D0E1}"/>
          </ac:picMkLst>
        </pc:picChg>
        <pc:picChg chg="add del mod">
          <ac:chgData name="Monika Ramesh" userId="18e4a5fe4ef239f9" providerId="LiveId" clId="{3C0089E2-22E1-4AFE-A04D-7911EBF8E18C}" dt="2025-12-09T11:59:09.223" v="6054" actId="478"/>
          <ac:picMkLst>
            <pc:docMk/>
            <pc:sldMk cId="1971603901" sldId="286"/>
            <ac:picMk id="1034" creationId="{7A71EF01-21F2-9E97-E299-BED29EC93C8E}"/>
          </ac:picMkLst>
        </pc:picChg>
        <pc:picChg chg="add del mod">
          <ac:chgData name="Monika Ramesh" userId="18e4a5fe4ef239f9" providerId="LiveId" clId="{3C0089E2-22E1-4AFE-A04D-7911EBF8E18C}" dt="2025-12-09T11:59:09.223" v="6054" actId="478"/>
          <ac:picMkLst>
            <pc:docMk/>
            <pc:sldMk cId="1971603901" sldId="286"/>
            <ac:picMk id="1036" creationId="{E0C5B049-1CC4-3229-EAA5-5EC5846C406F}"/>
          </ac:picMkLst>
        </pc:picChg>
        <pc:picChg chg="add mod">
          <ac:chgData name="Monika Ramesh" userId="18e4a5fe4ef239f9" providerId="LiveId" clId="{3C0089E2-22E1-4AFE-A04D-7911EBF8E18C}" dt="2025-12-09T11:59:15.250" v="6057" actId="1076"/>
          <ac:picMkLst>
            <pc:docMk/>
            <pc:sldMk cId="1971603901" sldId="286"/>
            <ac:picMk id="1038" creationId="{75DFEC33-6150-37C8-16B5-3FCED3B57BE5}"/>
          </ac:picMkLst>
        </pc:picChg>
      </pc:sldChg>
      <pc:sldChg chg="new del">
        <pc:chgData name="Monika Ramesh" userId="18e4a5fe4ef239f9" providerId="LiveId" clId="{3C0089E2-22E1-4AFE-A04D-7911EBF8E18C}" dt="2025-12-09T12:06:39.014" v="6237" actId="47"/>
        <pc:sldMkLst>
          <pc:docMk/>
          <pc:sldMk cId="3821652697" sldId="287"/>
        </pc:sldMkLst>
      </pc:sldChg>
      <pc:sldChg chg="new del">
        <pc:chgData name="Monika Ramesh" userId="18e4a5fe4ef239f9" providerId="LiveId" clId="{3C0089E2-22E1-4AFE-A04D-7911EBF8E18C}" dt="2025-12-09T12:06:35.376" v="6236" actId="47"/>
        <pc:sldMkLst>
          <pc:docMk/>
          <pc:sldMk cId="1168702373" sldId="288"/>
        </pc:sldMkLst>
      </pc:sldChg>
      <pc:sldChg chg="new del">
        <pc:chgData name="Monika Ramesh" userId="18e4a5fe4ef239f9" providerId="LiveId" clId="{3C0089E2-22E1-4AFE-A04D-7911EBF8E18C}" dt="2025-12-09T12:06:40.523" v="6238" actId="47"/>
        <pc:sldMkLst>
          <pc:docMk/>
          <pc:sldMk cId="790930055" sldId="289"/>
        </pc:sldMkLst>
      </pc:sldChg>
      <pc:sldChg chg="new del">
        <pc:chgData name="Monika Ramesh" userId="18e4a5fe4ef239f9" providerId="LiveId" clId="{3C0089E2-22E1-4AFE-A04D-7911EBF8E18C}" dt="2025-12-09T12:06:42.023" v="6239" actId="47"/>
        <pc:sldMkLst>
          <pc:docMk/>
          <pc:sldMk cId="3553683" sldId="290"/>
        </pc:sldMkLst>
      </pc:sldChg>
      <pc:sldChg chg="new del">
        <pc:chgData name="Monika Ramesh" userId="18e4a5fe4ef239f9" providerId="LiveId" clId="{3C0089E2-22E1-4AFE-A04D-7911EBF8E18C}" dt="2025-12-09T12:06:43.466" v="6240" actId="47"/>
        <pc:sldMkLst>
          <pc:docMk/>
          <pc:sldMk cId="544466914" sldId="291"/>
        </pc:sldMkLst>
      </pc:sldChg>
      <pc:sldChg chg="new del">
        <pc:chgData name="Monika Ramesh" userId="18e4a5fe4ef239f9" providerId="LiveId" clId="{3C0089E2-22E1-4AFE-A04D-7911EBF8E18C}" dt="2025-12-09T12:06:44.876" v="6241" actId="47"/>
        <pc:sldMkLst>
          <pc:docMk/>
          <pc:sldMk cId="2358464696" sldId="292"/>
        </pc:sldMkLst>
      </pc:sldChg>
      <pc:sldChg chg="new del">
        <pc:chgData name="Monika Ramesh" userId="18e4a5fe4ef239f9" providerId="LiveId" clId="{3C0089E2-22E1-4AFE-A04D-7911EBF8E18C}" dt="2025-12-09T12:06:46.023" v="6242" actId="47"/>
        <pc:sldMkLst>
          <pc:docMk/>
          <pc:sldMk cId="3622336295" sldId="293"/>
        </pc:sldMkLst>
      </pc:sldChg>
      <pc:sldChg chg="new del">
        <pc:chgData name="Monika Ramesh" userId="18e4a5fe4ef239f9" providerId="LiveId" clId="{3C0089E2-22E1-4AFE-A04D-7911EBF8E18C}" dt="2025-12-09T12:06:47.968" v="6243" actId="47"/>
        <pc:sldMkLst>
          <pc:docMk/>
          <pc:sldMk cId="4116324909" sldId="294"/>
        </pc:sldMkLst>
      </pc:sldChg>
      <pc:sldChg chg="new del">
        <pc:chgData name="Monika Ramesh" userId="18e4a5fe4ef239f9" providerId="LiveId" clId="{3C0089E2-22E1-4AFE-A04D-7911EBF8E18C}" dt="2025-12-09T12:06:49.271" v="6244" actId="47"/>
        <pc:sldMkLst>
          <pc:docMk/>
          <pc:sldMk cId="414038455" sldId="295"/>
        </pc:sldMkLst>
      </pc:sldChg>
      <pc:sldChg chg="new del">
        <pc:chgData name="Monika Ramesh" userId="18e4a5fe4ef239f9" providerId="LiveId" clId="{3C0089E2-22E1-4AFE-A04D-7911EBF8E18C}" dt="2025-12-09T12:06:50.601" v="6245" actId="47"/>
        <pc:sldMkLst>
          <pc:docMk/>
          <pc:sldMk cId="2879992384" sldId="296"/>
        </pc:sldMkLst>
      </pc:sldChg>
      <pc:sldChg chg="new del">
        <pc:chgData name="Monika Ramesh" userId="18e4a5fe4ef239f9" providerId="LiveId" clId="{3C0089E2-22E1-4AFE-A04D-7911EBF8E18C}" dt="2025-12-09T12:05:39.645" v="6209" actId="680"/>
        <pc:sldMkLst>
          <pc:docMk/>
          <pc:sldMk cId="3037411536" sldId="297"/>
        </pc:sldMkLst>
      </pc:sldChg>
      <pc:sldChg chg="new del">
        <pc:chgData name="Monika Ramesh" userId="18e4a5fe4ef239f9" providerId="LiveId" clId="{3C0089E2-22E1-4AFE-A04D-7911EBF8E18C}" dt="2025-12-09T12:06:51.817" v="6246" actId="47"/>
        <pc:sldMkLst>
          <pc:docMk/>
          <pc:sldMk cId="3943131278" sldId="297"/>
        </pc:sldMkLst>
      </pc:sldChg>
      <pc:sldChg chg="new del">
        <pc:chgData name="Monika Ramesh" userId="18e4a5fe4ef239f9" providerId="LiveId" clId="{3C0089E2-22E1-4AFE-A04D-7911EBF8E18C}" dt="2025-12-09T12:06:53.206" v="6247" actId="47"/>
        <pc:sldMkLst>
          <pc:docMk/>
          <pc:sldMk cId="2772380178" sldId="298"/>
        </pc:sldMkLst>
      </pc:sldChg>
      <pc:sldChg chg="new del">
        <pc:chgData name="Monika Ramesh" userId="18e4a5fe4ef239f9" providerId="LiveId" clId="{3C0089E2-22E1-4AFE-A04D-7911EBF8E18C}" dt="2025-12-09T12:06:54.457" v="6248" actId="47"/>
        <pc:sldMkLst>
          <pc:docMk/>
          <pc:sldMk cId="1876293496" sldId="299"/>
        </pc:sldMkLst>
      </pc:sldChg>
      <pc:sldChg chg="new del">
        <pc:chgData name="Monika Ramesh" userId="18e4a5fe4ef239f9" providerId="LiveId" clId="{3C0089E2-22E1-4AFE-A04D-7911EBF8E18C}" dt="2025-12-09T12:06:55.768" v="6249" actId="47"/>
        <pc:sldMkLst>
          <pc:docMk/>
          <pc:sldMk cId="1839555012" sldId="300"/>
        </pc:sldMkLst>
      </pc:sldChg>
      <pc:sldChg chg="new del">
        <pc:chgData name="Monika Ramesh" userId="18e4a5fe4ef239f9" providerId="LiveId" clId="{3C0089E2-22E1-4AFE-A04D-7911EBF8E18C}" dt="2025-12-09T12:06:57.011" v="6250" actId="47"/>
        <pc:sldMkLst>
          <pc:docMk/>
          <pc:sldMk cId="3567879574" sldId="301"/>
        </pc:sldMkLst>
      </pc:sldChg>
      <pc:sldChg chg="new del">
        <pc:chgData name="Monika Ramesh" userId="18e4a5fe4ef239f9" providerId="LiveId" clId="{3C0089E2-22E1-4AFE-A04D-7911EBF8E18C}" dt="2025-12-09T12:06:58.263" v="6251" actId="47"/>
        <pc:sldMkLst>
          <pc:docMk/>
          <pc:sldMk cId="2174953408" sldId="302"/>
        </pc:sldMkLst>
      </pc:sldChg>
      <pc:sldChg chg="new del">
        <pc:chgData name="Monika Ramesh" userId="18e4a5fe4ef239f9" providerId="LiveId" clId="{3C0089E2-22E1-4AFE-A04D-7911EBF8E18C}" dt="2025-12-09T12:06:59.517" v="6252" actId="47"/>
        <pc:sldMkLst>
          <pc:docMk/>
          <pc:sldMk cId="3624100858" sldId="303"/>
        </pc:sldMkLst>
      </pc:sldChg>
      <pc:sldChg chg="new del">
        <pc:chgData name="Monika Ramesh" userId="18e4a5fe4ef239f9" providerId="LiveId" clId="{3C0089E2-22E1-4AFE-A04D-7911EBF8E18C}" dt="2025-12-09T12:07:00.709" v="6253" actId="47"/>
        <pc:sldMkLst>
          <pc:docMk/>
          <pc:sldMk cId="2298373096" sldId="304"/>
        </pc:sldMkLst>
      </pc:sldChg>
      <pc:sldChg chg="new del">
        <pc:chgData name="Monika Ramesh" userId="18e4a5fe4ef239f9" providerId="LiveId" clId="{3C0089E2-22E1-4AFE-A04D-7911EBF8E18C}" dt="2025-12-09T12:07:01.915" v="6254" actId="47"/>
        <pc:sldMkLst>
          <pc:docMk/>
          <pc:sldMk cId="34635213" sldId="305"/>
        </pc:sldMkLst>
      </pc:sldChg>
      <pc:sldChg chg="new del">
        <pc:chgData name="Monika Ramesh" userId="18e4a5fe4ef239f9" providerId="LiveId" clId="{3C0089E2-22E1-4AFE-A04D-7911EBF8E18C}" dt="2025-12-09T12:07:03.010" v="6255" actId="47"/>
        <pc:sldMkLst>
          <pc:docMk/>
          <pc:sldMk cId="2766902731" sldId="306"/>
        </pc:sldMkLst>
      </pc:sldChg>
      <pc:sldChg chg="new del">
        <pc:chgData name="Monika Ramesh" userId="18e4a5fe4ef239f9" providerId="LiveId" clId="{3C0089E2-22E1-4AFE-A04D-7911EBF8E18C}" dt="2025-12-09T12:07:04.204" v="6256" actId="47"/>
        <pc:sldMkLst>
          <pc:docMk/>
          <pc:sldMk cId="1933194884" sldId="307"/>
        </pc:sldMkLst>
      </pc:sldChg>
      <pc:sldChg chg="new del">
        <pc:chgData name="Monika Ramesh" userId="18e4a5fe4ef239f9" providerId="LiveId" clId="{3C0089E2-22E1-4AFE-A04D-7911EBF8E18C}" dt="2025-12-09T12:07:05.349" v="6257" actId="47"/>
        <pc:sldMkLst>
          <pc:docMk/>
          <pc:sldMk cId="3204428943" sldId="308"/>
        </pc:sldMkLst>
      </pc:sldChg>
      <pc:sldChg chg="new del">
        <pc:chgData name="Monika Ramesh" userId="18e4a5fe4ef239f9" providerId="LiveId" clId="{3C0089E2-22E1-4AFE-A04D-7911EBF8E18C}" dt="2025-12-09T12:07:06.515" v="6258" actId="47"/>
        <pc:sldMkLst>
          <pc:docMk/>
          <pc:sldMk cId="2194871070" sldId="309"/>
        </pc:sldMkLst>
      </pc:sldChg>
      <pc:sldChg chg="new del">
        <pc:chgData name="Monika Ramesh" userId="18e4a5fe4ef239f9" providerId="LiveId" clId="{3C0089E2-22E1-4AFE-A04D-7911EBF8E18C}" dt="2025-12-09T12:07:08.059" v="6259" actId="47"/>
        <pc:sldMkLst>
          <pc:docMk/>
          <pc:sldMk cId="1221021182" sldId="310"/>
        </pc:sldMkLst>
      </pc:sldChg>
      <pc:sldChg chg="new del">
        <pc:chgData name="Monika Ramesh" userId="18e4a5fe4ef239f9" providerId="LiveId" clId="{3C0089E2-22E1-4AFE-A04D-7911EBF8E18C}" dt="2025-12-09T12:07:09.213" v="6260" actId="47"/>
        <pc:sldMkLst>
          <pc:docMk/>
          <pc:sldMk cId="1488300811" sldId="311"/>
        </pc:sldMkLst>
      </pc:sldChg>
      <pc:sldChg chg="new del">
        <pc:chgData name="Monika Ramesh" userId="18e4a5fe4ef239f9" providerId="LiveId" clId="{3C0089E2-22E1-4AFE-A04D-7911EBF8E18C}" dt="2025-12-09T12:07:10.488" v="6261" actId="47"/>
        <pc:sldMkLst>
          <pc:docMk/>
          <pc:sldMk cId="1951192723" sldId="312"/>
        </pc:sldMkLst>
      </pc:sldChg>
      <pc:sldChg chg="new del">
        <pc:chgData name="Monika Ramesh" userId="18e4a5fe4ef239f9" providerId="LiveId" clId="{3C0089E2-22E1-4AFE-A04D-7911EBF8E18C}" dt="2025-12-09T12:07:11.668" v="6262" actId="47"/>
        <pc:sldMkLst>
          <pc:docMk/>
          <pc:sldMk cId="2532723594" sldId="313"/>
        </pc:sldMkLst>
      </pc:sldChg>
      <pc:sldChg chg="new del">
        <pc:chgData name="Monika Ramesh" userId="18e4a5fe4ef239f9" providerId="LiveId" clId="{3C0089E2-22E1-4AFE-A04D-7911EBF8E18C}" dt="2025-12-09T12:07:12.925" v="6263" actId="47"/>
        <pc:sldMkLst>
          <pc:docMk/>
          <pc:sldMk cId="3460830716" sldId="314"/>
        </pc:sldMkLst>
      </pc:sldChg>
      <pc:sldChg chg="new del">
        <pc:chgData name="Monika Ramesh" userId="18e4a5fe4ef239f9" providerId="LiveId" clId="{3C0089E2-22E1-4AFE-A04D-7911EBF8E18C}" dt="2025-12-09T12:07:14.088" v="6264" actId="47"/>
        <pc:sldMkLst>
          <pc:docMk/>
          <pc:sldMk cId="1903429195" sldId="315"/>
        </pc:sldMkLst>
      </pc:sldChg>
      <pc:sldChg chg="new del">
        <pc:chgData name="Monika Ramesh" userId="18e4a5fe4ef239f9" providerId="LiveId" clId="{3C0089E2-22E1-4AFE-A04D-7911EBF8E18C}" dt="2025-12-09T12:07:15.250" v="6265" actId="47"/>
        <pc:sldMkLst>
          <pc:docMk/>
          <pc:sldMk cId="3918355748" sldId="316"/>
        </pc:sldMkLst>
      </pc:sldChg>
      <pc:sldChg chg="new del">
        <pc:chgData name="Monika Ramesh" userId="18e4a5fe4ef239f9" providerId="LiveId" clId="{3C0089E2-22E1-4AFE-A04D-7911EBF8E18C}" dt="2025-12-09T12:07:16.359" v="6266" actId="47"/>
        <pc:sldMkLst>
          <pc:docMk/>
          <pc:sldMk cId="1635090169" sldId="317"/>
        </pc:sldMkLst>
      </pc:sldChg>
      <pc:sldChg chg="new del">
        <pc:chgData name="Monika Ramesh" userId="18e4a5fe4ef239f9" providerId="LiveId" clId="{3C0089E2-22E1-4AFE-A04D-7911EBF8E18C}" dt="2025-12-09T12:07:17.502" v="6267" actId="47"/>
        <pc:sldMkLst>
          <pc:docMk/>
          <pc:sldMk cId="2434011639" sldId="318"/>
        </pc:sldMkLst>
      </pc:sldChg>
      <pc:sldChg chg="new del">
        <pc:chgData name="Monika Ramesh" userId="18e4a5fe4ef239f9" providerId="LiveId" clId="{3C0089E2-22E1-4AFE-A04D-7911EBF8E18C}" dt="2025-12-09T12:07:23.023" v="6268" actId="47"/>
        <pc:sldMkLst>
          <pc:docMk/>
          <pc:sldMk cId="4099336324" sldId="319"/>
        </pc:sldMkLst>
      </pc:sldChg>
      <pc:sldChg chg="new del">
        <pc:chgData name="Monika Ramesh" userId="18e4a5fe4ef239f9" providerId="LiveId" clId="{3C0089E2-22E1-4AFE-A04D-7911EBF8E18C}" dt="2025-12-09T12:07:24.131" v="6269" actId="47"/>
        <pc:sldMkLst>
          <pc:docMk/>
          <pc:sldMk cId="559961354" sldId="320"/>
        </pc:sldMkLst>
      </pc:sldChg>
      <pc:sldChg chg="new del">
        <pc:chgData name="Monika Ramesh" userId="18e4a5fe4ef239f9" providerId="LiveId" clId="{3C0089E2-22E1-4AFE-A04D-7911EBF8E18C}" dt="2025-12-09T12:07:25.301" v="6270" actId="47"/>
        <pc:sldMkLst>
          <pc:docMk/>
          <pc:sldMk cId="1667156868" sldId="321"/>
        </pc:sldMkLst>
      </pc:sldChg>
      <pc:sldChg chg="new del">
        <pc:chgData name="Monika Ramesh" userId="18e4a5fe4ef239f9" providerId="LiveId" clId="{3C0089E2-22E1-4AFE-A04D-7911EBF8E18C}" dt="2025-12-09T12:07:26.487" v="6271" actId="47"/>
        <pc:sldMkLst>
          <pc:docMk/>
          <pc:sldMk cId="1237856159" sldId="322"/>
        </pc:sldMkLst>
      </pc:sldChg>
    </pc:docChg>
  </pc:docChgLst>
  <pc:docChgLst>
    <pc:chgData name="Guest User" providerId="Windows Live" clId="Web-{86A983B4-0F33-FBD3-0773-E3910D973215}"/>
    <pc:docChg chg="modSld">
      <pc:chgData name="Guest User" userId="" providerId="Windows Live" clId="Web-{86A983B4-0F33-FBD3-0773-E3910D973215}" dt="2025-12-08T15:04:56" v="32" actId="1076"/>
      <pc:docMkLst>
        <pc:docMk/>
      </pc:docMkLst>
      <pc:sldChg chg="modSp">
        <pc:chgData name="Guest User" userId="" providerId="Windows Live" clId="Web-{86A983B4-0F33-FBD3-0773-E3910D973215}" dt="2025-12-08T15:03:28.952" v="26" actId="14100"/>
        <pc:sldMkLst>
          <pc:docMk/>
          <pc:sldMk cId="2267517950" sldId="261"/>
        </pc:sldMkLst>
        <pc:spChg chg="mod">
          <ac:chgData name="Guest User" userId="" providerId="Windows Live" clId="Web-{86A983B4-0F33-FBD3-0773-E3910D973215}" dt="2025-12-08T15:03:28.952" v="26" actId="14100"/>
          <ac:spMkLst>
            <pc:docMk/>
            <pc:sldMk cId="2267517950" sldId="261"/>
            <ac:spMk id="3" creationId="{9206436F-6903-8B87-8B34-EE699A5491D4}"/>
          </ac:spMkLst>
        </pc:spChg>
      </pc:sldChg>
      <pc:sldChg chg="modSp">
        <pc:chgData name="Guest User" userId="" providerId="Windows Live" clId="Web-{86A983B4-0F33-FBD3-0773-E3910D973215}" dt="2025-12-08T15:03:57.953" v="27" actId="14100"/>
        <pc:sldMkLst>
          <pc:docMk/>
          <pc:sldMk cId="3993500697" sldId="264"/>
        </pc:sldMkLst>
        <pc:spChg chg="mod">
          <ac:chgData name="Guest User" userId="" providerId="Windows Live" clId="Web-{86A983B4-0F33-FBD3-0773-E3910D973215}" dt="2025-12-08T15:03:57.953" v="27" actId="14100"/>
          <ac:spMkLst>
            <pc:docMk/>
            <pc:sldMk cId="3993500697" sldId="264"/>
            <ac:spMk id="2" creationId="{F8998A7E-EBEB-6973-28B2-86B49498E6F3}"/>
          </ac:spMkLst>
        </pc:spChg>
      </pc:sldChg>
      <pc:sldChg chg="modSp">
        <pc:chgData name="Guest User" userId="" providerId="Windows Live" clId="Web-{86A983B4-0F33-FBD3-0773-E3910D973215}" dt="2025-12-08T15:04:29.062" v="29" actId="1076"/>
        <pc:sldMkLst>
          <pc:docMk/>
          <pc:sldMk cId="1221711870" sldId="265"/>
        </pc:sldMkLst>
        <pc:spChg chg="mod">
          <ac:chgData name="Guest User" userId="" providerId="Windows Live" clId="Web-{86A983B4-0F33-FBD3-0773-E3910D973215}" dt="2025-12-08T15:04:29.062" v="29" actId="1076"/>
          <ac:spMkLst>
            <pc:docMk/>
            <pc:sldMk cId="1221711870" sldId="265"/>
            <ac:spMk id="3" creationId="{527CC155-E966-45F5-9AF3-02D57D35C63C}"/>
          </ac:spMkLst>
        </pc:spChg>
      </pc:sldChg>
      <pc:sldChg chg="modSp">
        <pc:chgData name="Guest User" userId="" providerId="Windows Live" clId="Web-{86A983B4-0F33-FBD3-0773-E3910D973215}" dt="2025-12-08T15:04:56" v="32" actId="1076"/>
        <pc:sldMkLst>
          <pc:docMk/>
          <pc:sldMk cId="2543018614" sldId="267"/>
        </pc:sldMkLst>
        <pc:spChg chg="mod">
          <ac:chgData name="Guest User" userId="" providerId="Windows Live" clId="Web-{86A983B4-0F33-FBD3-0773-E3910D973215}" dt="2025-12-08T15:04:56" v="32" actId="1076"/>
          <ac:spMkLst>
            <pc:docMk/>
            <pc:sldMk cId="2543018614" sldId="267"/>
            <ac:spMk id="3" creationId="{005F3C6C-0A12-E297-E847-E857F6DEA2E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58E34-08A2-71F3-0067-2AD1E4A024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C9FD3D6-EB59-C942-0A28-231810B3D2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465AD7-D527-DDD4-1538-60AF3034F465}"/>
              </a:ext>
            </a:extLst>
          </p:cNvPr>
          <p:cNvSpPr>
            <a:spLocks noGrp="1"/>
          </p:cNvSpPr>
          <p:nvPr>
            <p:ph type="dt" sz="half" idx="10"/>
          </p:nvPr>
        </p:nvSpPr>
        <p:spPr/>
        <p:txBody>
          <a:bodyPr/>
          <a:lstStyle/>
          <a:p>
            <a:fld id="{A3529A56-76D7-4C3A-87F9-F4BBB0E2789B}" type="datetimeFigureOut">
              <a:rPr lang="en-IN" smtClean="0"/>
              <a:t>09-12-2025</a:t>
            </a:fld>
            <a:endParaRPr lang="en-IN"/>
          </a:p>
        </p:txBody>
      </p:sp>
      <p:sp>
        <p:nvSpPr>
          <p:cNvPr id="5" name="Footer Placeholder 4">
            <a:extLst>
              <a:ext uri="{FF2B5EF4-FFF2-40B4-BE49-F238E27FC236}">
                <a16:creationId xmlns:a16="http://schemas.microsoft.com/office/drawing/2014/main" id="{79F4D159-0EDA-53FF-D651-A9D964E359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EC4B7F-17B5-6F65-43FE-4C0671487BC3}"/>
              </a:ext>
            </a:extLst>
          </p:cNvPr>
          <p:cNvSpPr>
            <a:spLocks noGrp="1"/>
          </p:cNvSpPr>
          <p:nvPr>
            <p:ph type="sldNum" sz="quarter" idx="12"/>
          </p:nvPr>
        </p:nvSpPr>
        <p:spPr/>
        <p:txBody>
          <a:bodyPr/>
          <a:lstStyle/>
          <a:p>
            <a:fld id="{68886B94-AEB5-4035-91C3-E343C2D56B3B}" type="slidenum">
              <a:rPr lang="en-IN" smtClean="0"/>
              <a:t>‹#›</a:t>
            </a:fld>
            <a:endParaRPr lang="en-IN"/>
          </a:p>
        </p:txBody>
      </p:sp>
    </p:spTree>
    <p:extLst>
      <p:ext uri="{BB962C8B-B14F-4D97-AF65-F5344CB8AC3E}">
        <p14:creationId xmlns:p14="http://schemas.microsoft.com/office/powerpoint/2010/main" val="1693193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5DB54-C3AA-2220-7753-EAD0151D28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04C025-15C2-7D42-9120-CBE9B1F8E2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5B0073-A0B0-286B-89E8-81E5CF8A1D56}"/>
              </a:ext>
            </a:extLst>
          </p:cNvPr>
          <p:cNvSpPr>
            <a:spLocks noGrp="1"/>
          </p:cNvSpPr>
          <p:nvPr>
            <p:ph type="dt" sz="half" idx="10"/>
          </p:nvPr>
        </p:nvSpPr>
        <p:spPr/>
        <p:txBody>
          <a:bodyPr/>
          <a:lstStyle/>
          <a:p>
            <a:fld id="{A3529A56-76D7-4C3A-87F9-F4BBB0E2789B}" type="datetimeFigureOut">
              <a:rPr lang="en-IN" smtClean="0"/>
              <a:t>09-12-2025</a:t>
            </a:fld>
            <a:endParaRPr lang="en-IN"/>
          </a:p>
        </p:txBody>
      </p:sp>
      <p:sp>
        <p:nvSpPr>
          <p:cNvPr id="5" name="Footer Placeholder 4">
            <a:extLst>
              <a:ext uri="{FF2B5EF4-FFF2-40B4-BE49-F238E27FC236}">
                <a16:creationId xmlns:a16="http://schemas.microsoft.com/office/drawing/2014/main" id="{279CB6BC-8154-F973-5D7E-E7403F151A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12C41C-850A-A812-ABAB-AE304B138331}"/>
              </a:ext>
            </a:extLst>
          </p:cNvPr>
          <p:cNvSpPr>
            <a:spLocks noGrp="1"/>
          </p:cNvSpPr>
          <p:nvPr>
            <p:ph type="sldNum" sz="quarter" idx="12"/>
          </p:nvPr>
        </p:nvSpPr>
        <p:spPr/>
        <p:txBody>
          <a:bodyPr/>
          <a:lstStyle/>
          <a:p>
            <a:fld id="{68886B94-AEB5-4035-91C3-E343C2D56B3B}" type="slidenum">
              <a:rPr lang="en-IN" smtClean="0"/>
              <a:t>‹#›</a:t>
            </a:fld>
            <a:endParaRPr lang="en-IN"/>
          </a:p>
        </p:txBody>
      </p:sp>
    </p:spTree>
    <p:extLst>
      <p:ext uri="{BB962C8B-B14F-4D97-AF65-F5344CB8AC3E}">
        <p14:creationId xmlns:p14="http://schemas.microsoft.com/office/powerpoint/2010/main" val="304596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7226-9D07-15B4-15A2-9A677B9BB3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73AFC1D-FF7C-4EF9-ABED-575F54D908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D7AC86-6FCF-4991-50A4-458052679BD6}"/>
              </a:ext>
            </a:extLst>
          </p:cNvPr>
          <p:cNvSpPr>
            <a:spLocks noGrp="1"/>
          </p:cNvSpPr>
          <p:nvPr>
            <p:ph type="dt" sz="half" idx="10"/>
          </p:nvPr>
        </p:nvSpPr>
        <p:spPr/>
        <p:txBody>
          <a:bodyPr/>
          <a:lstStyle/>
          <a:p>
            <a:fld id="{A3529A56-76D7-4C3A-87F9-F4BBB0E2789B}" type="datetimeFigureOut">
              <a:rPr lang="en-IN" smtClean="0"/>
              <a:t>09-12-2025</a:t>
            </a:fld>
            <a:endParaRPr lang="en-IN"/>
          </a:p>
        </p:txBody>
      </p:sp>
      <p:sp>
        <p:nvSpPr>
          <p:cNvPr id="5" name="Footer Placeholder 4">
            <a:extLst>
              <a:ext uri="{FF2B5EF4-FFF2-40B4-BE49-F238E27FC236}">
                <a16:creationId xmlns:a16="http://schemas.microsoft.com/office/drawing/2014/main" id="{B45F3611-DA41-A72F-A7E7-3B01551AD4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1C903A-BFAB-1968-EE04-4BB5F4396712}"/>
              </a:ext>
            </a:extLst>
          </p:cNvPr>
          <p:cNvSpPr>
            <a:spLocks noGrp="1"/>
          </p:cNvSpPr>
          <p:nvPr>
            <p:ph type="sldNum" sz="quarter" idx="12"/>
          </p:nvPr>
        </p:nvSpPr>
        <p:spPr/>
        <p:txBody>
          <a:bodyPr/>
          <a:lstStyle/>
          <a:p>
            <a:fld id="{68886B94-AEB5-4035-91C3-E343C2D56B3B}" type="slidenum">
              <a:rPr lang="en-IN" smtClean="0"/>
              <a:t>‹#›</a:t>
            </a:fld>
            <a:endParaRPr lang="en-IN"/>
          </a:p>
        </p:txBody>
      </p:sp>
    </p:spTree>
    <p:extLst>
      <p:ext uri="{BB962C8B-B14F-4D97-AF65-F5344CB8AC3E}">
        <p14:creationId xmlns:p14="http://schemas.microsoft.com/office/powerpoint/2010/main" val="1786718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D4E5C-BE94-1F05-BF5C-62B6248263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1FF59D-521D-4E84-EBC6-F3A03808AA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3F904CC-F639-6A66-EE5B-108CAF7B95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5CA6122-416C-7DC0-6BA6-7F25D2C89047}"/>
              </a:ext>
            </a:extLst>
          </p:cNvPr>
          <p:cNvSpPr>
            <a:spLocks noGrp="1"/>
          </p:cNvSpPr>
          <p:nvPr>
            <p:ph type="dt" sz="half" idx="10"/>
          </p:nvPr>
        </p:nvSpPr>
        <p:spPr/>
        <p:txBody>
          <a:bodyPr/>
          <a:lstStyle/>
          <a:p>
            <a:fld id="{A3529A56-76D7-4C3A-87F9-F4BBB0E2789B}" type="datetimeFigureOut">
              <a:rPr lang="en-IN" smtClean="0"/>
              <a:t>09-12-2025</a:t>
            </a:fld>
            <a:endParaRPr lang="en-IN"/>
          </a:p>
        </p:txBody>
      </p:sp>
      <p:sp>
        <p:nvSpPr>
          <p:cNvPr id="6" name="Footer Placeholder 5">
            <a:extLst>
              <a:ext uri="{FF2B5EF4-FFF2-40B4-BE49-F238E27FC236}">
                <a16:creationId xmlns:a16="http://schemas.microsoft.com/office/drawing/2014/main" id="{2AFD417C-E37F-2EE2-D658-BBE09EF208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8F5221-6771-1FF3-50CB-ADD6DED69480}"/>
              </a:ext>
            </a:extLst>
          </p:cNvPr>
          <p:cNvSpPr>
            <a:spLocks noGrp="1"/>
          </p:cNvSpPr>
          <p:nvPr>
            <p:ph type="sldNum" sz="quarter" idx="12"/>
          </p:nvPr>
        </p:nvSpPr>
        <p:spPr/>
        <p:txBody>
          <a:bodyPr/>
          <a:lstStyle/>
          <a:p>
            <a:fld id="{68886B94-AEB5-4035-91C3-E343C2D56B3B}" type="slidenum">
              <a:rPr lang="en-IN" smtClean="0"/>
              <a:t>‹#›</a:t>
            </a:fld>
            <a:endParaRPr lang="en-IN"/>
          </a:p>
        </p:txBody>
      </p:sp>
    </p:spTree>
    <p:extLst>
      <p:ext uri="{BB962C8B-B14F-4D97-AF65-F5344CB8AC3E}">
        <p14:creationId xmlns:p14="http://schemas.microsoft.com/office/powerpoint/2010/main" val="1610120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A12A6-4010-94A9-FA67-9A2427D3A4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E55B8C-369B-C4CA-1C16-924C633C55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657F4A-B730-A8B4-039F-116F4BF089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C36CA1E-3335-9830-6267-B3CB777D50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04344E-2067-5AC1-3997-7CC7A8B262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38A3C8-ABC5-7548-D478-8CF5D0D3DE49}"/>
              </a:ext>
            </a:extLst>
          </p:cNvPr>
          <p:cNvSpPr>
            <a:spLocks noGrp="1"/>
          </p:cNvSpPr>
          <p:nvPr>
            <p:ph type="dt" sz="half" idx="10"/>
          </p:nvPr>
        </p:nvSpPr>
        <p:spPr/>
        <p:txBody>
          <a:bodyPr/>
          <a:lstStyle/>
          <a:p>
            <a:fld id="{A3529A56-76D7-4C3A-87F9-F4BBB0E2789B}" type="datetimeFigureOut">
              <a:rPr lang="en-IN" smtClean="0"/>
              <a:t>09-12-2025</a:t>
            </a:fld>
            <a:endParaRPr lang="en-IN"/>
          </a:p>
        </p:txBody>
      </p:sp>
      <p:sp>
        <p:nvSpPr>
          <p:cNvPr id="8" name="Footer Placeholder 7">
            <a:extLst>
              <a:ext uri="{FF2B5EF4-FFF2-40B4-BE49-F238E27FC236}">
                <a16:creationId xmlns:a16="http://schemas.microsoft.com/office/drawing/2014/main" id="{C8C40132-CFA0-5EC0-37BD-55735558EEB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9B52142-AC08-384A-0D93-9093C721BC07}"/>
              </a:ext>
            </a:extLst>
          </p:cNvPr>
          <p:cNvSpPr>
            <a:spLocks noGrp="1"/>
          </p:cNvSpPr>
          <p:nvPr>
            <p:ph type="sldNum" sz="quarter" idx="12"/>
          </p:nvPr>
        </p:nvSpPr>
        <p:spPr/>
        <p:txBody>
          <a:bodyPr/>
          <a:lstStyle/>
          <a:p>
            <a:fld id="{68886B94-AEB5-4035-91C3-E343C2D56B3B}" type="slidenum">
              <a:rPr lang="en-IN" smtClean="0"/>
              <a:t>‹#›</a:t>
            </a:fld>
            <a:endParaRPr lang="en-IN"/>
          </a:p>
        </p:txBody>
      </p:sp>
    </p:spTree>
    <p:extLst>
      <p:ext uri="{BB962C8B-B14F-4D97-AF65-F5344CB8AC3E}">
        <p14:creationId xmlns:p14="http://schemas.microsoft.com/office/powerpoint/2010/main" val="2882001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63C23-0A03-21B0-AA2F-A8BB8556769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1999E84-D76B-ABFE-7444-11C2C01340F4}"/>
              </a:ext>
            </a:extLst>
          </p:cNvPr>
          <p:cNvSpPr>
            <a:spLocks noGrp="1"/>
          </p:cNvSpPr>
          <p:nvPr>
            <p:ph type="dt" sz="half" idx="10"/>
          </p:nvPr>
        </p:nvSpPr>
        <p:spPr/>
        <p:txBody>
          <a:bodyPr/>
          <a:lstStyle/>
          <a:p>
            <a:fld id="{A3529A56-76D7-4C3A-87F9-F4BBB0E2789B}" type="datetimeFigureOut">
              <a:rPr lang="en-IN" smtClean="0"/>
              <a:t>09-12-2025</a:t>
            </a:fld>
            <a:endParaRPr lang="en-IN"/>
          </a:p>
        </p:txBody>
      </p:sp>
      <p:sp>
        <p:nvSpPr>
          <p:cNvPr id="4" name="Footer Placeholder 3">
            <a:extLst>
              <a:ext uri="{FF2B5EF4-FFF2-40B4-BE49-F238E27FC236}">
                <a16:creationId xmlns:a16="http://schemas.microsoft.com/office/drawing/2014/main" id="{84A177D0-9C54-3DB0-40F3-EA40CFAF2C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E73F7D-298B-3DE9-4F27-B87A12CB55AE}"/>
              </a:ext>
            </a:extLst>
          </p:cNvPr>
          <p:cNvSpPr>
            <a:spLocks noGrp="1"/>
          </p:cNvSpPr>
          <p:nvPr>
            <p:ph type="sldNum" sz="quarter" idx="12"/>
          </p:nvPr>
        </p:nvSpPr>
        <p:spPr/>
        <p:txBody>
          <a:bodyPr/>
          <a:lstStyle/>
          <a:p>
            <a:fld id="{68886B94-AEB5-4035-91C3-E343C2D56B3B}" type="slidenum">
              <a:rPr lang="en-IN" smtClean="0"/>
              <a:t>‹#›</a:t>
            </a:fld>
            <a:endParaRPr lang="en-IN"/>
          </a:p>
        </p:txBody>
      </p:sp>
    </p:spTree>
    <p:extLst>
      <p:ext uri="{BB962C8B-B14F-4D97-AF65-F5344CB8AC3E}">
        <p14:creationId xmlns:p14="http://schemas.microsoft.com/office/powerpoint/2010/main" val="818982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2E0166-4EC3-7386-C015-34566F6D80A3}"/>
              </a:ext>
            </a:extLst>
          </p:cNvPr>
          <p:cNvSpPr>
            <a:spLocks noGrp="1"/>
          </p:cNvSpPr>
          <p:nvPr>
            <p:ph type="dt" sz="half" idx="10"/>
          </p:nvPr>
        </p:nvSpPr>
        <p:spPr/>
        <p:txBody>
          <a:bodyPr/>
          <a:lstStyle/>
          <a:p>
            <a:fld id="{A3529A56-76D7-4C3A-87F9-F4BBB0E2789B}" type="datetimeFigureOut">
              <a:rPr lang="en-IN" smtClean="0"/>
              <a:t>09-12-2025</a:t>
            </a:fld>
            <a:endParaRPr lang="en-IN"/>
          </a:p>
        </p:txBody>
      </p:sp>
      <p:sp>
        <p:nvSpPr>
          <p:cNvPr id="3" name="Footer Placeholder 2">
            <a:extLst>
              <a:ext uri="{FF2B5EF4-FFF2-40B4-BE49-F238E27FC236}">
                <a16:creationId xmlns:a16="http://schemas.microsoft.com/office/drawing/2014/main" id="{4BD15C81-7F7B-F77D-8494-C9884ABF20E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E2D8398-597F-61D0-D6D4-3FFF835871BA}"/>
              </a:ext>
            </a:extLst>
          </p:cNvPr>
          <p:cNvSpPr>
            <a:spLocks noGrp="1"/>
          </p:cNvSpPr>
          <p:nvPr>
            <p:ph type="sldNum" sz="quarter" idx="12"/>
          </p:nvPr>
        </p:nvSpPr>
        <p:spPr/>
        <p:txBody>
          <a:bodyPr/>
          <a:lstStyle/>
          <a:p>
            <a:fld id="{68886B94-AEB5-4035-91C3-E343C2D56B3B}" type="slidenum">
              <a:rPr lang="en-IN" smtClean="0"/>
              <a:t>‹#›</a:t>
            </a:fld>
            <a:endParaRPr lang="en-IN"/>
          </a:p>
        </p:txBody>
      </p:sp>
    </p:spTree>
    <p:extLst>
      <p:ext uri="{BB962C8B-B14F-4D97-AF65-F5344CB8AC3E}">
        <p14:creationId xmlns:p14="http://schemas.microsoft.com/office/powerpoint/2010/main" val="520021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E652B-8DEB-1CC1-1E8A-C3757F7B3A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FF92977-280D-5F6B-A24D-D42E7A157E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27F2E8-E558-5DC5-82C8-91B2A60DF6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AFD16E-45C9-4184-A464-7E36195CC502}"/>
              </a:ext>
            </a:extLst>
          </p:cNvPr>
          <p:cNvSpPr>
            <a:spLocks noGrp="1"/>
          </p:cNvSpPr>
          <p:nvPr>
            <p:ph type="dt" sz="half" idx="10"/>
          </p:nvPr>
        </p:nvSpPr>
        <p:spPr/>
        <p:txBody>
          <a:bodyPr/>
          <a:lstStyle/>
          <a:p>
            <a:fld id="{A3529A56-76D7-4C3A-87F9-F4BBB0E2789B}" type="datetimeFigureOut">
              <a:rPr lang="en-IN" smtClean="0"/>
              <a:t>09-12-2025</a:t>
            </a:fld>
            <a:endParaRPr lang="en-IN"/>
          </a:p>
        </p:txBody>
      </p:sp>
      <p:sp>
        <p:nvSpPr>
          <p:cNvPr id="6" name="Footer Placeholder 5">
            <a:extLst>
              <a:ext uri="{FF2B5EF4-FFF2-40B4-BE49-F238E27FC236}">
                <a16:creationId xmlns:a16="http://schemas.microsoft.com/office/drawing/2014/main" id="{404821AD-0110-59FF-7EFC-B9E0581EBB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2B7CF-6CB8-3D38-AFAC-0200BC3FE321}"/>
              </a:ext>
            </a:extLst>
          </p:cNvPr>
          <p:cNvSpPr>
            <a:spLocks noGrp="1"/>
          </p:cNvSpPr>
          <p:nvPr>
            <p:ph type="sldNum" sz="quarter" idx="12"/>
          </p:nvPr>
        </p:nvSpPr>
        <p:spPr/>
        <p:txBody>
          <a:bodyPr/>
          <a:lstStyle/>
          <a:p>
            <a:fld id="{68886B94-AEB5-4035-91C3-E343C2D56B3B}" type="slidenum">
              <a:rPr lang="en-IN" smtClean="0"/>
              <a:t>‹#›</a:t>
            </a:fld>
            <a:endParaRPr lang="en-IN"/>
          </a:p>
        </p:txBody>
      </p:sp>
    </p:spTree>
    <p:extLst>
      <p:ext uri="{BB962C8B-B14F-4D97-AF65-F5344CB8AC3E}">
        <p14:creationId xmlns:p14="http://schemas.microsoft.com/office/powerpoint/2010/main" val="2198045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7770B-6319-5F9C-E59D-2A43A0701D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4ABACD6-BFED-A421-3BB9-8F4C47D9A5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FCF531-B2FB-F9A1-E19D-38276D827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08A59C-46DE-6E66-4684-2DCE173F47F6}"/>
              </a:ext>
            </a:extLst>
          </p:cNvPr>
          <p:cNvSpPr>
            <a:spLocks noGrp="1"/>
          </p:cNvSpPr>
          <p:nvPr>
            <p:ph type="dt" sz="half" idx="10"/>
          </p:nvPr>
        </p:nvSpPr>
        <p:spPr/>
        <p:txBody>
          <a:bodyPr/>
          <a:lstStyle/>
          <a:p>
            <a:fld id="{A3529A56-76D7-4C3A-87F9-F4BBB0E2789B}" type="datetimeFigureOut">
              <a:rPr lang="en-IN" smtClean="0"/>
              <a:t>09-12-2025</a:t>
            </a:fld>
            <a:endParaRPr lang="en-IN"/>
          </a:p>
        </p:txBody>
      </p:sp>
      <p:sp>
        <p:nvSpPr>
          <p:cNvPr id="6" name="Footer Placeholder 5">
            <a:extLst>
              <a:ext uri="{FF2B5EF4-FFF2-40B4-BE49-F238E27FC236}">
                <a16:creationId xmlns:a16="http://schemas.microsoft.com/office/drawing/2014/main" id="{3B27CA9D-C891-967D-1E9F-A56E59EA60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3CEC19-B2CA-AEFE-A04C-37DFF17D1F97}"/>
              </a:ext>
            </a:extLst>
          </p:cNvPr>
          <p:cNvSpPr>
            <a:spLocks noGrp="1"/>
          </p:cNvSpPr>
          <p:nvPr>
            <p:ph type="sldNum" sz="quarter" idx="12"/>
          </p:nvPr>
        </p:nvSpPr>
        <p:spPr/>
        <p:txBody>
          <a:bodyPr/>
          <a:lstStyle/>
          <a:p>
            <a:fld id="{68886B94-AEB5-4035-91C3-E343C2D56B3B}" type="slidenum">
              <a:rPr lang="en-IN" smtClean="0"/>
              <a:t>‹#›</a:t>
            </a:fld>
            <a:endParaRPr lang="en-IN"/>
          </a:p>
        </p:txBody>
      </p:sp>
    </p:spTree>
    <p:extLst>
      <p:ext uri="{BB962C8B-B14F-4D97-AF65-F5344CB8AC3E}">
        <p14:creationId xmlns:p14="http://schemas.microsoft.com/office/powerpoint/2010/main" val="3412440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2AE08-F8FC-389D-3261-EBE4527F694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DE6806-7506-A86E-DFE6-6C87633B11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0A3D6C-FCFE-6665-3260-64E3FECAE039}"/>
              </a:ext>
            </a:extLst>
          </p:cNvPr>
          <p:cNvSpPr>
            <a:spLocks noGrp="1"/>
          </p:cNvSpPr>
          <p:nvPr>
            <p:ph type="dt" sz="half" idx="10"/>
          </p:nvPr>
        </p:nvSpPr>
        <p:spPr/>
        <p:txBody>
          <a:bodyPr/>
          <a:lstStyle/>
          <a:p>
            <a:fld id="{A3529A56-76D7-4C3A-87F9-F4BBB0E2789B}" type="datetimeFigureOut">
              <a:rPr lang="en-IN" smtClean="0"/>
              <a:t>09-12-2025</a:t>
            </a:fld>
            <a:endParaRPr lang="en-IN"/>
          </a:p>
        </p:txBody>
      </p:sp>
      <p:sp>
        <p:nvSpPr>
          <p:cNvPr id="5" name="Footer Placeholder 4">
            <a:extLst>
              <a:ext uri="{FF2B5EF4-FFF2-40B4-BE49-F238E27FC236}">
                <a16:creationId xmlns:a16="http://schemas.microsoft.com/office/drawing/2014/main" id="{8A4E2097-4DDD-7139-D3EF-810EFA6DAA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9A931D-97A3-3865-8FA0-4C4528CEA36F}"/>
              </a:ext>
            </a:extLst>
          </p:cNvPr>
          <p:cNvSpPr>
            <a:spLocks noGrp="1"/>
          </p:cNvSpPr>
          <p:nvPr>
            <p:ph type="sldNum" sz="quarter" idx="12"/>
          </p:nvPr>
        </p:nvSpPr>
        <p:spPr/>
        <p:txBody>
          <a:bodyPr/>
          <a:lstStyle/>
          <a:p>
            <a:fld id="{68886B94-AEB5-4035-91C3-E343C2D56B3B}" type="slidenum">
              <a:rPr lang="en-IN" smtClean="0"/>
              <a:t>‹#›</a:t>
            </a:fld>
            <a:endParaRPr lang="en-IN"/>
          </a:p>
        </p:txBody>
      </p:sp>
    </p:spTree>
    <p:extLst>
      <p:ext uri="{BB962C8B-B14F-4D97-AF65-F5344CB8AC3E}">
        <p14:creationId xmlns:p14="http://schemas.microsoft.com/office/powerpoint/2010/main" val="1937590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3706F5-963D-809B-A77E-06F7C02633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867951-923F-BB82-A75E-16C608973C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AD5037-A5D0-3CFB-F904-039E26BFE220}"/>
              </a:ext>
            </a:extLst>
          </p:cNvPr>
          <p:cNvSpPr>
            <a:spLocks noGrp="1"/>
          </p:cNvSpPr>
          <p:nvPr>
            <p:ph type="dt" sz="half" idx="10"/>
          </p:nvPr>
        </p:nvSpPr>
        <p:spPr/>
        <p:txBody>
          <a:bodyPr/>
          <a:lstStyle/>
          <a:p>
            <a:fld id="{A3529A56-76D7-4C3A-87F9-F4BBB0E2789B}" type="datetimeFigureOut">
              <a:rPr lang="en-IN" smtClean="0"/>
              <a:t>09-12-2025</a:t>
            </a:fld>
            <a:endParaRPr lang="en-IN"/>
          </a:p>
        </p:txBody>
      </p:sp>
      <p:sp>
        <p:nvSpPr>
          <p:cNvPr id="5" name="Footer Placeholder 4">
            <a:extLst>
              <a:ext uri="{FF2B5EF4-FFF2-40B4-BE49-F238E27FC236}">
                <a16:creationId xmlns:a16="http://schemas.microsoft.com/office/drawing/2014/main" id="{278D136A-59EB-F5B9-FE3A-BB0931FDE5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602936-386B-E7EC-8918-0ECBC3E43EFC}"/>
              </a:ext>
            </a:extLst>
          </p:cNvPr>
          <p:cNvSpPr>
            <a:spLocks noGrp="1"/>
          </p:cNvSpPr>
          <p:nvPr>
            <p:ph type="sldNum" sz="quarter" idx="12"/>
          </p:nvPr>
        </p:nvSpPr>
        <p:spPr/>
        <p:txBody>
          <a:bodyPr/>
          <a:lstStyle/>
          <a:p>
            <a:fld id="{68886B94-AEB5-4035-91C3-E343C2D56B3B}" type="slidenum">
              <a:rPr lang="en-IN" smtClean="0"/>
              <a:t>‹#›</a:t>
            </a:fld>
            <a:endParaRPr lang="en-IN"/>
          </a:p>
        </p:txBody>
      </p:sp>
    </p:spTree>
    <p:extLst>
      <p:ext uri="{BB962C8B-B14F-4D97-AF65-F5344CB8AC3E}">
        <p14:creationId xmlns:p14="http://schemas.microsoft.com/office/powerpoint/2010/main" val="2474542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DF8341-ACC0-B338-58BE-46083E8A2F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AB8606-338B-9079-3E37-B47E373366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192F8C-EA42-DBA7-79CA-55F5B896DE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529A56-76D7-4C3A-87F9-F4BBB0E2789B}" type="datetimeFigureOut">
              <a:rPr lang="en-IN" smtClean="0"/>
              <a:t>09-12-2025</a:t>
            </a:fld>
            <a:endParaRPr lang="en-IN"/>
          </a:p>
        </p:txBody>
      </p:sp>
      <p:sp>
        <p:nvSpPr>
          <p:cNvPr id="5" name="Footer Placeholder 4">
            <a:extLst>
              <a:ext uri="{FF2B5EF4-FFF2-40B4-BE49-F238E27FC236}">
                <a16:creationId xmlns:a16="http://schemas.microsoft.com/office/drawing/2014/main" id="{ED01A8B3-9500-563E-18E2-044A6308D1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F1C9BB9-7C43-C52E-5892-BEB81B0010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886B94-AEB5-4035-91C3-E343C2D56B3B}" type="slidenum">
              <a:rPr lang="en-IN" smtClean="0"/>
              <a:t>‹#›</a:t>
            </a:fld>
            <a:endParaRPr lang="en-IN"/>
          </a:p>
        </p:txBody>
      </p:sp>
    </p:spTree>
    <p:extLst>
      <p:ext uri="{BB962C8B-B14F-4D97-AF65-F5344CB8AC3E}">
        <p14:creationId xmlns:p14="http://schemas.microsoft.com/office/powerpoint/2010/main" val="794214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svg"/></Relationships>
</file>

<file path=ppt/slides/_rels/slide1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1.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EE53FA43-46E9-2226-7A1C-4717D785339D}"/>
              </a:ext>
            </a:extLst>
          </p:cNvPr>
          <p:cNvSpPr>
            <a:spLocks noGrp="1"/>
          </p:cNvSpPr>
          <p:nvPr>
            <p:ph type="subTitle" idx="1"/>
          </p:nvPr>
        </p:nvSpPr>
        <p:spPr>
          <a:xfrm>
            <a:off x="-5574" y="742809"/>
            <a:ext cx="12192000" cy="6033911"/>
          </a:xfrm>
          <a:solidFill>
            <a:schemeClr val="bg2">
              <a:lumMod val="90000"/>
            </a:schemeClr>
          </a:solidFill>
        </p:spPr>
        <p:style>
          <a:lnRef idx="2">
            <a:schemeClr val="accent6"/>
          </a:lnRef>
          <a:fillRef idx="1">
            <a:schemeClr val="lt1"/>
          </a:fillRef>
          <a:effectRef idx="0">
            <a:schemeClr val="accent6"/>
          </a:effectRef>
          <a:fontRef idx="minor">
            <a:schemeClr val="dk1"/>
          </a:fontRef>
        </p:style>
        <p:txBody>
          <a:bodyPr>
            <a:normAutofit/>
          </a:bodyPr>
          <a:lstStyle/>
          <a:p>
            <a:endParaRPr lang="en-US" sz="3600" dirty="0"/>
          </a:p>
          <a:p>
            <a:endParaRPr lang="en-US" sz="3600" i="1" dirty="0"/>
          </a:p>
          <a:p>
            <a:endParaRPr lang="en-US" sz="2800" i="1" dirty="0">
              <a:solidFill>
                <a:srgbClr val="C00000"/>
              </a:solidFill>
            </a:endParaRPr>
          </a:p>
          <a:p>
            <a:r>
              <a:rPr lang="en-US" sz="2800" i="1" dirty="0">
                <a:solidFill>
                  <a:srgbClr val="C00000"/>
                </a:solidFill>
              </a:rPr>
              <a:t>TEAM ID : </a:t>
            </a:r>
            <a:r>
              <a:rPr lang="en-US" sz="2800" i="1" dirty="0"/>
              <a:t>PTID-CDA-NOV-25-893</a:t>
            </a:r>
          </a:p>
          <a:p>
            <a:r>
              <a:rPr lang="en-US" sz="2800" i="1" dirty="0">
                <a:solidFill>
                  <a:srgbClr val="C00000"/>
                </a:solidFill>
              </a:rPr>
              <a:t>PROJECT ID : </a:t>
            </a:r>
            <a:r>
              <a:rPr lang="en-US" sz="2800" i="1" dirty="0"/>
              <a:t>PRDA-05</a:t>
            </a:r>
          </a:p>
          <a:p>
            <a:r>
              <a:rPr lang="en-US" sz="2800" i="1" dirty="0">
                <a:solidFill>
                  <a:srgbClr val="C00000"/>
                </a:solidFill>
              </a:rPr>
              <a:t>NAME : </a:t>
            </a:r>
            <a:r>
              <a:rPr lang="en-US" sz="2800" i="1" dirty="0"/>
              <a:t>RAMESH KUMAR,</a:t>
            </a:r>
          </a:p>
          <a:p>
            <a:r>
              <a:rPr lang="en-US" sz="2800" i="1" dirty="0"/>
              <a:t> MONIKA RAMESH,</a:t>
            </a:r>
          </a:p>
          <a:p>
            <a:r>
              <a:rPr lang="en-US" sz="2800" i="1" dirty="0"/>
              <a:t>MIDUN RAJASEKAR R M.</a:t>
            </a:r>
          </a:p>
          <a:p>
            <a:r>
              <a:rPr lang="en-US" sz="2800" i="1" dirty="0">
                <a:solidFill>
                  <a:srgbClr val="C00000"/>
                </a:solidFill>
              </a:rPr>
              <a:t>EMAIL</a:t>
            </a:r>
            <a:r>
              <a:rPr lang="en-US" sz="2800" i="1" dirty="0"/>
              <a:t>:rameshshanmu04@gmail.com ,</a:t>
            </a:r>
          </a:p>
          <a:p>
            <a:r>
              <a:rPr lang="en-US" sz="2800" i="1" dirty="0"/>
              <a:t>monikaramesh846@gmailcom,</a:t>
            </a:r>
          </a:p>
          <a:p>
            <a:r>
              <a:rPr lang="en-US" sz="2800" i="1" dirty="0"/>
              <a:t>midunrajasekarrm@gmail.com .</a:t>
            </a:r>
          </a:p>
          <a:p>
            <a:endParaRPr lang="en-US" sz="2800" i="1" dirty="0"/>
          </a:p>
          <a:p>
            <a:endParaRPr lang="en-US" sz="2800" i="1" dirty="0"/>
          </a:p>
          <a:p>
            <a:endParaRPr lang="en-US" sz="3600" i="1" dirty="0">
              <a:solidFill>
                <a:srgbClr val="C00000"/>
              </a:solidFill>
            </a:endParaRPr>
          </a:p>
          <a:p>
            <a:endParaRPr lang="en-US" sz="3600" i="1" dirty="0">
              <a:solidFill>
                <a:srgbClr val="C00000"/>
              </a:solidFill>
            </a:endParaRPr>
          </a:p>
          <a:p>
            <a:endParaRPr lang="en-US" sz="3600" i="1" dirty="0">
              <a:solidFill>
                <a:srgbClr val="C00000"/>
              </a:solidFill>
            </a:endParaRPr>
          </a:p>
        </p:txBody>
      </p:sp>
      <p:sp>
        <p:nvSpPr>
          <p:cNvPr id="10" name="Title 9">
            <a:extLst>
              <a:ext uri="{FF2B5EF4-FFF2-40B4-BE49-F238E27FC236}">
                <a16:creationId xmlns:a16="http://schemas.microsoft.com/office/drawing/2014/main" id="{3F0C43FA-1B76-1AC1-7ED5-21EC556ABE4B}"/>
              </a:ext>
            </a:extLst>
          </p:cNvPr>
          <p:cNvSpPr>
            <a:spLocks noGrp="1"/>
          </p:cNvSpPr>
          <p:nvPr>
            <p:ph type="ctrTitle"/>
          </p:nvPr>
        </p:nvSpPr>
        <p:spPr>
          <a:xfrm>
            <a:off x="0" y="0"/>
            <a:ext cx="12192000" cy="824089"/>
          </a:xfrm>
          <a:solidFill>
            <a:schemeClr val="bg2">
              <a:lumMod val="90000"/>
            </a:schemeClr>
          </a:solidFill>
        </p:spPr>
        <p:txBody>
          <a:bodyPr>
            <a:normAutofit/>
          </a:bodyPr>
          <a:lstStyle/>
          <a:p>
            <a:r>
              <a:rPr lang="en-US" sz="4800" dirty="0"/>
              <a:t>Customer Data Analysis</a:t>
            </a:r>
            <a:endParaRPr lang="en-IN" sz="4800" dirty="0"/>
          </a:p>
        </p:txBody>
      </p:sp>
      <p:sp>
        <p:nvSpPr>
          <p:cNvPr id="2" name="Rectangle 1">
            <a:extLst>
              <a:ext uri="{FF2B5EF4-FFF2-40B4-BE49-F238E27FC236}">
                <a16:creationId xmlns:a16="http://schemas.microsoft.com/office/drawing/2014/main" id="{9905BAA5-2D76-7695-7BD0-3F5352C29E1F}"/>
              </a:ext>
            </a:extLst>
          </p:cNvPr>
          <p:cNvSpPr/>
          <p:nvPr/>
        </p:nvSpPr>
        <p:spPr>
          <a:xfrm>
            <a:off x="2870694" y="1381760"/>
            <a:ext cx="6954026" cy="650240"/>
          </a:xfrm>
          <a:prstGeom prst="rect">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i="1" dirty="0"/>
              <a:t>CAPSTONE PROJECT</a:t>
            </a:r>
            <a:endParaRPr lang="en-IN" sz="2800" i="1" dirty="0"/>
          </a:p>
        </p:txBody>
      </p:sp>
      <p:pic>
        <p:nvPicPr>
          <p:cNvPr id="13" name="Picture 2" descr="Welcome Icons and Symbols for a ...">
            <a:extLst>
              <a:ext uri="{FF2B5EF4-FFF2-40B4-BE49-F238E27FC236}">
                <a16:creationId xmlns:a16="http://schemas.microsoft.com/office/drawing/2014/main" id="{8CEC07D7-DA7C-4FBC-0E77-07C7A7608E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7280" y="1248600"/>
            <a:ext cx="1186516" cy="118651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Welcome Icons and Symbols for a ...">
            <a:extLst>
              <a:ext uri="{FF2B5EF4-FFF2-40B4-BE49-F238E27FC236}">
                <a16:creationId xmlns:a16="http://schemas.microsoft.com/office/drawing/2014/main" id="{B09F002F-B352-93C7-6004-66E0CD88FC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4249" y="1113622"/>
            <a:ext cx="1186516" cy="1186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981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B044B-7E3F-0207-A91C-9617132321BB}"/>
              </a:ext>
            </a:extLst>
          </p:cNvPr>
          <p:cNvSpPr>
            <a:spLocks noGrp="1"/>
          </p:cNvSpPr>
          <p:nvPr>
            <p:ph type="ctrTitle"/>
          </p:nvPr>
        </p:nvSpPr>
        <p:spPr>
          <a:xfrm>
            <a:off x="0" y="-72736"/>
            <a:ext cx="12192000" cy="1371599"/>
          </a:xfrm>
          <a:solidFill>
            <a:schemeClr val="bg2">
              <a:lumMod val="90000"/>
            </a:schemeClr>
          </a:solidFill>
        </p:spPr>
        <p:txBody>
          <a:bodyPr>
            <a:normAutofit/>
          </a:bodyPr>
          <a:lstStyle/>
          <a:p>
            <a:r>
              <a:rPr lang="en-IN" sz="4800"/>
              <a:t>Customer Data Analysis</a:t>
            </a:r>
          </a:p>
        </p:txBody>
      </p:sp>
      <p:sp>
        <p:nvSpPr>
          <p:cNvPr id="3" name="Subtitle 2">
            <a:extLst>
              <a:ext uri="{FF2B5EF4-FFF2-40B4-BE49-F238E27FC236}">
                <a16:creationId xmlns:a16="http://schemas.microsoft.com/office/drawing/2014/main" id="{5F3F74FE-AC24-D857-E1FE-A07BBC7BC162}"/>
              </a:ext>
            </a:extLst>
          </p:cNvPr>
          <p:cNvSpPr>
            <a:spLocks noGrp="1"/>
          </p:cNvSpPr>
          <p:nvPr>
            <p:ph type="subTitle" idx="1"/>
          </p:nvPr>
        </p:nvSpPr>
        <p:spPr>
          <a:xfrm>
            <a:off x="0" y="1298863"/>
            <a:ext cx="12192000" cy="5559137"/>
          </a:xfrm>
          <a:solidFill>
            <a:schemeClr val="bg2">
              <a:lumMod val="90000"/>
            </a:schemeClr>
          </a:solidFill>
        </p:spPr>
        <p:txBody>
          <a:bodyPr>
            <a:normAutofit/>
          </a:bodyPr>
          <a:lstStyle/>
          <a:p>
            <a:r>
              <a:rPr lang="en-US" sz="3600" b="1" i="1">
                <a:solidFill>
                  <a:schemeClr val="accent1"/>
                </a:solidFill>
              </a:rPr>
              <a:t>Project Overview</a:t>
            </a:r>
          </a:p>
          <a:p>
            <a:endParaRPr lang="en-US" sz="3200"/>
          </a:p>
          <a:p>
            <a:r>
              <a:rPr lang="en-US" sz="3200"/>
              <a:t>This project analyzes real customer shopping transactions across multiple malls using SQL for data exploration and Power BI for interactive visualizations. The goal is to understand customer behavior, identify revenue drivers, and provide insights that help businesses optimize marketing, inventory, and customer engagement strategies.</a:t>
            </a:r>
          </a:p>
        </p:txBody>
      </p:sp>
    </p:spTree>
    <p:extLst>
      <p:ext uri="{BB962C8B-B14F-4D97-AF65-F5344CB8AC3E}">
        <p14:creationId xmlns:p14="http://schemas.microsoft.com/office/powerpoint/2010/main" val="4043889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65AAD7-DB50-F688-F6FA-B43D626E4D70}"/>
              </a:ext>
            </a:extLst>
          </p:cNvPr>
          <p:cNvSpPr/>
          <p:nvPr/>
        </p:nvSpPr>
        <p:spPr>
          <a:xfrm>
            <a:off x="0" y="0"/>
            <a:ext cx="12192000" cy="6858000"/>
          </a:xfrm>
          <a:prstGeom prst="rect">
            <a:avLst/>
          </a:prstGeom>
          <a:solidFill>
            <a:schemeClr val="bg2">
              <a:lumMod val="9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E617A02E-B9DF-75F6-65E1-47D2A90FCF01}"/>
              </a:ext>
            </a:extLst>
          </p:cNvPr>
          <p:cNvSpPr/>
          <p:nvPr/>
        </p:nvSpPr>
        <p:spPr>
          <a:xfrm>
            <a:off x="258185" y="433843"/>
            <a:ext cx="8767482" cy="989704"/>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a:t>Gender-based buying patterns.</a:t>
            </a:r>
          </a:p>
        </p:txBody>
      </p:sp>
      <p:sp>
        <p:nvSpPr>
          <p:cNvPr id="4" name="Rectangle: Rounded Corners 3">
            <a:extLst>
              <a:ext uri="{FF2B5EF4-FFF2-40B4-BE49-F238E27FC236}">
                <a16:creationId xmlns:a16="http://schemas.microsoft.com/office/drawing/2014/main" id="{2FBEE433-C5EE-7A6C-583C-CC87091F0C5F}"/>
              </a:ext>
            </a:extLst>
          </p:cNvPr>
          <p:cNvSpPr/>
          <p:nvPr/>
        </p:nvSpPr>
        <p:spPr>
          <a:xfrm>
            <a:off x="616770" y="1685135"/>
            <a:ext cx="9516933" cy="989704"/>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a:t>Age-wise customer performance.</a:t>
            </a:r>
          </a:p>
        </p:txBody>
      </p:sp>
      <p:sp>
        <p:nvSpPr>
          <p:cNvPr id="8" name="Rectangle: Rounded Corners 7">
            <a:extLst>
              <a:ext uri="{FF2B5EF4-FFF2-40B4-BE49-F238E27FC236}">
                <a16:creationId xmlns:a16="http://schemas.microsoft.com/office/drawing/2014/main" id="{F6B8B0BE-B989-9B33-D571-89D3901FDFDF}"/>
              </a:ext>
            </a:extLst>
          </p:cNvPr>
          <p:cNvSpPr/>
          <p:nvPr/>
        </p:nvSpPr>
        <p:spPr>
          <a:xfrm>
            <a:off x="1452286" y="2967645"/>
            <a:ext cx="9712360" cy="989704"/>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t>       Category-level revenue and sales insights.</a:t>
            </a:r>
            <a:endParaRPr lang="en-IN" sz="3200"/>
          </a:p>
        </p:txBody>
      </p:sp>
      <p:sp>
        <p:nvSpPr>
          <p:cNvPr id="9" name="Rectangle: Rounded Corners 8">
            <a:extLst>
              <a:ext uri="{FF2B5EF4-FFF2-40B4-BE49-F238E27FC236}">
                <a16:creationId xmlns:a16="http://schemas.microsoft.com/office/drawing/2014/main" id="{A91C3111-6EE6-7ADE-7EB6-A8E64B9EA3E3}"/>
              </a:ext>
            </a:extLst>
          </p:cNvPr>
          <p:cNvSpPr/>
          <p:nvPr/>
        </p:nvSpPr>
        <p:spPr>
          <a:xfrm>
            <a:off x="2223248" y="4250156"/>
            <a:ext cx="9416526" cy="989704"/>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t>     Payment method usage and preferences</a:t>
            </a:r>
            <a:r>
              <a:rPr lang="en-US"/>
              <a:t>.</a:t>
            </a:r>
            <a:endParaRPr lang="en-IN"/>
          </a:p>
        </p:txBody>
      </p:sp>
      <p:sp>
        <p:nvSpPr>
          <p:cNvPr id="13" name="Rectangle: Rounded Corners 12">
            <a:extLst>
              <a:ext uri="{FF2B5EF4-FFF2-40B4-BE49-F238E27FC236}">
                <a16:creationId xmlns:a16="http://schemas.microsoft.com/office/drawing/2014/main" id="{EF66B835-12D8-DD41-65B2-B0C7EA18A910}"/>
              </a:ext>
            </a:extLst>
          </p:cNvPr>
          <p:cNvSpPr/>
          <p:nvPr/>
        </p:nvSpPr>
        <p:spPr>
          <a:xfrm>
            <a:off x="3073101" y="5581873"/>
            <a:ext cx="9140414" cy="989704"/>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t>   Monthly revenue trends and seasonality</a:t>
            </a:r>
            <a:endParaRPr lang="en-IN" sz="3200"/>
          </a:p>
        </p:txBody>
      </p:sp>
      <p:sp>
        <p:nvSpPr>
          <p:cNvPr id="14" name="Oval 13">
            <a:extLst>
              <a:ext uri="{FF2B5EF4-FFF2-40B4-BE49-F238E27FC236}">
                <a16:creationId xmlns:a16="http://schemas.microsoft.com/office/drawing/2014/main" id="{D2A14219-E294-FF72-60D3-F50048D47F30}"/>
              </a:ext>
            </a:extLst>
          </p:cNvPr>
          <p:cNvSpPr/>
          <p:nvPr/>
        </p:nvSpPr>
        <p:spPr>
          <a:xfrm>
            <a:off x="258185" y="524432"/>
            <a:ext cx="1047077" cy="82841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t>01</a:t>
            </a:r>
            <a:r>
              <a:rPr lang="en-US" sz="1200" b="1"/>
              <a:t>uu</a:t>
            </a:r>
            <a:r>
              <a:rPr lang="en-US" sz="1200"/>
              <a:t>ujjkku000jjjj</a:t>
            </a:r>
            <a:endParaRPr lang="en-IN" sz="1200"/>
          </a:p>
        </p:txBody>
      </p:sp>
      <p:sp>
        <p:nvSpPr>
          <p:cNvPr id="16" name="Oval 15">
            <a:extLst>
              <a:ext uri="{FF2B5EF4-FFF2-40B4-BE49-F238E27FC236}">
                <a16:creationId xmlns:a16="http://schemas.microsoft.com/office/drawing/2014/main" id="{AAB9C2CD-FC67-D0FF-1CAE-907F6DA75EB7}"/>
              </a:ext>
            </a:extLst>
          </p:cNvPr>
          <p:cNvSpPr/>
          <p:nvPr/>
        </p:nvSpPr>
        <p:spPr>
          <a:xfrm>
            <a:off x="665182" y="1743863"/>
            <a:ext cx="1018393" cy="899161"/>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A0BBE4B6-AD88-C053-D0A6-58F1A9086E5F}"/>
              </a:ext>
            </a:extLst>
          </p:cNvPr>
          <p:cNvSpPr/>
          <p:nvPr/>
        </p:nvSpPr>
        <p:spPr>
          <a:xfrm>
            <a:off x="1487996" y="3035439"/>
            <a:ext cx="1118194" cy="8274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8" name="Oval 17">
            <a:extLst>
              <a:ext uri="{FF2B5EF4-FFF2-40B4-BE49-F238E27FC236}">
                <a16:creationId xmlns:a16="http://schemas.microsoft.com/office/drawing/2014/main" id="{C387C0C6-4EA7-AF42-76A0-C81509ECDF2E}"/>
              </a:ext>
            </a:extLst>
          </p:cNvPr>
          <p:cNvSpPr/>
          <p:nvPr/>
        </p:nvSpPr>
        <p:spPr>
          <a:xfrm>
            <a:off x="2223248" y="4250396"/>
            <a:ext cx="1111623" cy="92246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9" name="Oval 18">
            <a:extLst>
              <a:ext uri="{FF2B5EF4-FFF2-40B4-BE49-F238E27FC236}">
                <a16:creationId xmlns:a16="http://schemas.microsoft.com/office/drawing/2014/main" id="{354C9C33-0BDB-E34F-9BFD-86C5482D6F43}"/>
              </a:ext>
            </a:extLst>
          </p:cNvPr>
          <p:cNvSpPr/>
          <p:nvPr/>
        </p:nvSpPr>
        <p:spPr>
          <a:xfrm>
            <a:off x="3137647" y="5615491"/>
            <a:ext cx="1079350" cy="92246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20" name="Picture 16" descr="Business Profit Icon 2205866 Vector Art ...">
            <a:extLst>
              <a:ext uri="{FF2B5EF4-FFF2-40B4-BE49-F238E27FC236}">
                <a16:creationId xmlns:a16="http://schemas.microsoft.com/office/drawing/2014/main" id="{5F9B2772-C211-5C50-D925-F42CEC86F4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065" y="666058"/>
            <a:ext cx="551315" cy="55131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8" descr="Profit Decrease Icons - Free SVG &amp; PNG ...">
            <a:extLst>
              <a:ext uri="{FF2B5EF4-FFF2-40B4-BE49-F238E27FC236}">
                <a16:creationId xmlns:a16="http://schemas.microsoft.com/office/drawing/2014/main" id="{5104AA26-DDB3-5143-C1D6-5D40874D21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603" y="1896170"/>
            <a:ext cx="605549" cy="60554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4" descr="Data Analysis vector outline Icon ...">
            <a:extLst>
              <a:ext uri="{FF2B5EF4-FFF2-40B4-BE49-F238E27FC236}">
                <a16:creationId xmlns:a16="http://schemas.microsoft.com/office/drawing/2014/main" id="{1AB38F7B-034F-6B27-99EE-EBB966E870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3576" y="3171035"/>
            <a:ext cx="727034" cy="55625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black outline icon | Freepik">
            <a:extLst>
              <a:ext uri="{FF2B5EF4-FFF2-40B4-BE49-F238E27FC236}">
                <a16:creationId xmlns:a16="http://schemas.microsoft.com/office/drawing/2014/main" id="{680E342B-5F08-2E65-F92C-7CC69A59A2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0610" y="4419578"/>
            <a:ext cx="584103" cy="58410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Data Analysis Symbol Icons - Free SVG ...">
            <a:extLst>
              <a:ext uri="{FF2B5EF4-FFF2-40B4-BE49-F238E27FC236}">
                <a16:creationId xmlns:a16="http://schemas.microsoft.com/office/drawing/2014/main" id="{415988ED-5A8D-CC90-816F-A79C11C9E2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5905" y="5761113"/>
            <a:ext cx="702834" cy="631224"/>
          </a:xfrm>
          <a:prstGeom prst="rect">
            <a:avLst/>
          </a:prstGeom>
          <a:noFill/>
          <a:extLst>
            <a:ext uri="{909E8E84-426E-40DD-AFC4-6F175D3DCCD1}">
              <a14:hiddenFill xmlns:a14="http://schemas.microsoft.com/office/drawing/2010/main">
                <a:solidFill>
                  <a:srgbClr val="FFFFFF"/>
                </a:solidFill>
              </a14:hiddenFill>
            </a:ext>
          </a:extLst>
        </p:spPr>
      </p:pic>
      <p:sp>
        <p:nvSpPr>
          <p:cNvPr id="27" name="Oval 26">
            <a:extLst>
              <a:ext uri="{FF2B5EF4-FFF2-40B4-BE49-F238E27FC236}">
                <a16:creationId xmlns:a16="http://schemas.microsoft.com/office/drawing/2014/main" id="{BCFD067F-A8DB-B4EF-E49A-841A2152A7CC}"/>
              </a:ext>
            </a:extLst>
          </p:cNvPr>
          <p:cNvSpPr/>
          <p:nvPr/>
        </p:nvSpPr>
        <p:spPr>
          <a:xfrm>
            <a:off x="9880901" y="172254"/>
            <a:ext cx="2155115" cy="17239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3200" b="1"/>
              <a:t>KEY FOCUS</a:t>
            </a:r>
          </a:p>
        </p:txBody>
      </p:sp>
    </p:spTree>
    <p:extLst>
      <p:ext uri="{BB962C8B-B14F-4D97-AF65-F5344CB8AC3E}">
        <p14:creationId xmlns:p14="http://schemas.microsoft.com/office/powerpoint/2010/main" val="2248597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3E717-0ABD-4A2D-E7B7-523007E8C7E1}"/>
              </a:ext>
            </a:extLst>
          </p:cNvPr>
          <p:cNvSpPr>
            <a:spLocks noGrp="1"/>
          </p:cNvSpPr>
          <p:nvPr>
            <p:ph type="ctrTitle"/>
          </p:nvPr>
        </p:nvSpPr>
        <p:spPr>
          <a:xfrm>
            <a:off x="0" y="0"/>
            <a:ext cx="12191999" cy="1610591"/>
          </a:xfrm>
          <a:solidFill>
            <a:schemeClr val="bg2">
              <a:lumMod val="90000"/>
            </a:schemeClr>
          </a:solidFill>
        </p:spPr>
        <p:txBody>
          <a:bodyPr>
            <a:normAutofit/>
          </a:bodyPr>
          <a:lstStyle/>
          <a:p>
            <a:r>
              <a:rPr lang="en-US" sz="4800"/>
              <a:t>Customer Data Analysis</a:t>
            </a:r>
            <a:br>
              <a:rPr lang="en-US"/>
            </a:br>
            <a:endParaRPr lang="en-IN"/>
          </a:p>
        </p:txBody>
      </p:sp>
      <p:sp>
        <p:nvSpPr>
          <p:cNvPr id="3" name="Subtitle 2">
            <a:extLst>
              <a:ext uri="{FF2B5EF4-FFF2-40B4-BE49-F238E27FC236}">
                <a16:creationId xmlns:a16="http://schemas.microsoft.com/office/drawing/2014/main" id="{9206436F-6903-8B87-8B34-EE699A5491D4}"/>
              </a:ext>
            </a:extLst>
          </p:cNvPr>
          <p:cNvSpPr>
            <a:spLocks noGrp="1"/>
          </p:cNvSpPr>
          <p:nvPr>
            <p:ph type="subTitle" idx="1"/>
          </p:nvPr>
        </p:nvSpPr>
        <p:spPr>
          <a:xfrm>
            <a:off x="0" y="1610591"/>
            <a:ext cx="12188310" cy="5247409"/>
          </a:xfrm>
          <a:solidFill>
            <a:schemeClr val="bg2">
              <a:lumMod val="90000"/>
            </a:schemeClr>
          </a:solidFill>
        </p:spPr>
        <p:txBody>
          <a:bodyPr vert="horz" lIns="91440" tIns="45720" rIns="91440" bIns="45720" rtlCol="0" anchor="t">
            <a:normAutofit/>
          </a:bodyPr>
          <a:lstStyle/>
          <a:p>
            <a:r>
              <a:rPr lang="en-US" sz="4000" i="1"/>
              <a:t>Tools Used</a:t>
            </a:r>
          </a:p>
          <a:p>
            <a:r>
              <a:rPr lang="en-IN" sz="3200" i="1"/>
              <a:t>                   </a:t>
            </a:r>
          </a:p>
          <a:p>
            <a:r>
              <a:rPr lang="en-IN" sz="3200" i="1"/>
              <a:t>                  1.SQL: Data exploration, querying, aggregations</a:t>
            </a:r>
          </a:p>
          <a:p>
            <a:r>
              <a:rPr lang="en-IN" sz="3200" i="1"/>
              <a:t>                           2. Power Bl: Dashboard design, visuals, KPI tracking</a:t>
            </a:r>
          </a:p>
          <a:p>
            <a:r>
              <a:rPr lang="en-IN" sz="3200" i="1"/>
              <a:t>                    3. Power Query: Data cleaning &amp; transformation</a:t>
            </a:r>
          </a:p>
          <a:p>
            <a:r>
              <a:rPr lang="en-IN" sz="3200" i="1"/>
              <a:t>  4. DAX: Measures for dynamic analysis</a:t>
            </a:r>
          </a:p>
          <a:p>
            <a:r>
              <a:rPr lang="en-IN" sz="3200" i="1"/>
              <a:t>5. Excel/CSV: Exporting data from SQL</a:t>
            </a:r>
          </a:p>
        </p:txBody>
      </p:sp>
      <p:pic>
        <p:nvPicPr>
          <p:cNvPr id="1026" name="Picture 2" descr="Data cleaning - Free electronics icons">
            <a:extLst>
              <a:ext uri="{FF2B5EF4-FFF2-40B4-BE49-F238E27FC236}">
                <a16:creationId xmlns:a16="http://schemas.microsoft.com/office/drawing/2014/main" id="{94FD793E-60F3-734B-8845-3F3D0C5062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287" y="5424953"/>
            <a:ext cx="1666226" cy="1254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Power BI Logo, symbol, meaning, history ...">
            <a:extLst>
              <a:ext uri="{FF2B5EF4-FFF2-40B4-BE49-F238E27FC236}">
                <a16:creationId xmlns:a16="http://schemas.microsoft.com/office/drawing/2014/main" id="{57A4A4DE-F50B-8FFE-46AF-2B079C4CAC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24" y="3991906"/>
            <a:ext cx="1670989" cy="1254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Excel Logo PNG Transparent Images">
            <a:extLst>
              <a:ext uri="{FF2B5EF4-FFF2-40B4-BE49-F238E27FC236}">
                <a16:creationId xmlns:a16="http://schemas.microsoft.com/office/drawing/2014/main" id="{8895F3E8-D772-DF4B-A95C-295E77BF39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851" y="2442273"/>
            <a:ext cx="1624662" cy="1371111"/>
          </a:xfrm>
          <a:prstGeom prst="rect">
            <a:avLst/>
          </a:prstGeom>
          <a:solidFill>
            <a:schemeClr val="tx2">
              <a:lumMod val="75000"/>
              <a:lumOff val="25000"/>
            </a:schemeClr>
          </a:solidFill>
        </p:spPr>
      </p:pic>
    </p:spTree>
    <p:extLst>
      <p:ext uri="{BB962C8B-B14F-4D97-AF65-F5344CB8AC3E}">
        <p14:creationId xmlns:p14="http://schemas.microsoft.com/office/powerpoint/2010/main" val="2267517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7070E-FF8F-B048-E4DD-9AEA0364D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A0E45-4AFF-7AA8-7E1A-10935E268A3F}"/>
              </a:ext>
            </a:extLst>
          </p:cNvPr>
          <p:cNvSpPr>
            <a:spLocks noGrp="1"/>
          </p:cNvSpPr>
          <p:nvPr>
            <p:ph type="ctrTitle"/>
          </p:nvPr>
        </p:nvSpPr>
        <p:spPr>
          <a:xfrm>
            <a:off x="0" y="-1"/>
            <a:ext cx="12191999" cy="883227"/>
          </a:xfrm>
          <a:solidFill>
            <a:schemeClr val="bg2">
              <a:lumMod val="90000"/>
            </a:schemeClr>
          </a:solidFill>
        </p:spPr>
        <p:txBody>
          <a:bodyPr>
            <a:normAutofit fontScale="90000"/>
          </a:bodyPr>
          <a:lstStyle/>
          <a:p>
            <a:br>
              <a:rPr lang="en-US" sz="4800"/>
            </a:br>
            <a:r>
              <a:rPr lang="en-US" sz="4800"/>
              <a:t>Customer Data Analysis</a:t>
            </a:r>
            <a:endParaRPr lang="en-IN"/>
          </a:p>
        </p:txBody>
      </p:sp>
      <p:sp>
        <p:nvSpPr>
          <p:cNvPr id="3" name="Subtitle 2">
            <a:extLst>
              <a:ext uri="{FF2B5EF4-FFF2-40B4-BE49-F238E27FC236}">
                <a16:creationId xmlns:a16="http://schemas.microsoft.com/office/drawing/2014/main" id="{C74D9258-14BE-283F-21AF-DC42CE7C8931}"/>
              </a:ext>
            </a:extLst>
          </p:cNvPr>
          <p:cNvSpPr>
            <a:spLocks noGrp="1"/>
          </p:cNvSpPr>
          <p:nvPr>
            <p:ph type="subTitle" idx="1"/>
          </p:nvPr>
        </p:nvSpPr>
        <p:spPr>
          <a:xfrm>
            <a:off x="2" y="883226"/>
            <a:ext cx="12191998" cy="6260522"/>
          </a:xfrm>
          <a:solidFill>
            <a:schemeClr val="bg2">
              <a:lumMod val="90000"/>
            </a:schemeClr>
          </a:solidFill>
        </p:spPr>
        <p:txBody>
          <a:bodyPr/>
          <a:lstStyle/>
          <a:p>
            <a:endParaRPr lang="en-US" sz="3200"/>
          </a:p>
          <a:p>
            <a:r>
              <a:rPr lang="en-US" sz="3200"/>
              <a:t>Data Preparation Workflow</a:t>
            </a:r>
          </a:p>
        </p:txBody>
      </p:sp>
      <p:sp>
        <p:nvSpPr>
          <p:cNvPr id="11" name="Oval 10">
            <a:extLst>
              <a:ext uri="{FF2B5EF4-FFF2-40B4-BE49-F238E27FC236}">
                <a16:creationId xmlns:a16="http://schemas.microsoft.com/office/drawing/2014/main" id="{A2583367-A58B-1B2C-7147-29F4FEF36B1F}"/>
              </a:ext>
            </a:extLst>
          </p:cNvPr>
          <p:cNvSpPr/>
          <p:nvPr/>
        </p:nvSpPr>
        <p:spPr>
          <a:xfrm>
            <a:off x="311727" y="2389909"/>
            <a:ext cx="2971800" cy="1413163"/>
          </a:xfrm>
          <a:prstGeom prst="ellipse">
            <a:avLst/>
          </a:prstGeom>
          <a:solidFill>
            <a:schemeClr val="bg1">
              <a:lumMod val="9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i="1"/>
              <a:t>DATA CONNECTION</a:t>
            </a:r>
            <a:endParaRPr lang="en-IN" sz="2400" i="1"/>
          </a:p>
        </p:txBody>
      </p:sp>
      <p:sp>
        <p:nvSpPr>
          <p:cNvPr id="13" name="Oval 12">
            <a:extLst>
              <a:ext uri="{FF2B5EF4-FFF2-40B4-BE49-F238E27FC236}">
                <a16:creationId xmlns:a16="http://schemas.microsoft.com/office/drawing/2014/main" id="{C051A651-5831-CC04-9AAD-A9C26663381B}"/>
              </a:ext>
            </a:extLst>
          </p:cNvPr>
          <p:cNvSpPr/>
          <p:nvPr/>
        </p:nvSpPr>
        <p:spPr>
          <a:xfrm>
            <a:off x="4765963" y="2389908"/>
            <a:ext cx="2971800" cy="141316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i="1"/>
              <a:t>SQL DATA EXPLORATION</a:t>
            </a:r>
            <a:endParaRPr lang="en-IN" sz="2400" i="1"/>
          </a:p>
        </p:txBody>
      </p:sp>
      <p:sp>
        <p:nvSpPr>
          <p:cNvPr id="14" name="Oval 13">
            <a:extLst>
              <a:ext uri="{FF2B5EF4-FFF2-40B4-BE49-F238E27FC236}">
                <a16:creationId xmlns:a16="http://schemas.microsoft.com/office/drawing/2014/main" id="{8AC7361E-3632-8ACA-088C-0E41B20A387B}"/>
              </a:ext>
            </a:extLst>
          </p:cNvPr>
          <p:cNvSpPr/>
          <p:nvPr/>
        </p:nvSpPr>
        <p:spPr>
          <a:xfrm>
            <a:off x="9043553" y="2320049"/>
            <a:ext cx="2971800" cy="141316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i="1"/>
              <a:t>SQL ANALYSIS</a:t>
            </a:r>
          </a:p>
          <a:p>
            <a:pPr algn="ctr"/>
            <a:r>
              <a:rPr lang="en-US" sz="2400" i="1"/>
              <a:t>(10 TASK)</a:t>
            </a:r>
            <a:endParaRPr lang="en-IN" sz="2400" i="1"/>
          </a:p>
        </p:txBody>
      </p:sp>
      <p:sp>
        <p:nvSpPr>
          <p:cNvPr id="15" name="Oval 14">
            <a:extLst>
              <a:ext uri="{FF2B5EF4-FFF2-40B4-BE49-F238E27FC236}">
                <a16:creationId xmlns:a16="http://schemas.microsoft.com/office/drawing/2014/main" id="{0524F599-79BE-E08D-1E2A-D6E2B4A4A0C1}"/>
              </a:ext>
            </a:extLst>
          </p:cNvPr>
          <p:cNvSpPr/>
          <p:nvPr/>
        </p:nvSpPr>
        <p:spPr>
          <a:xfrm>
            <a:off x="9220198" y="4766827"/>
            <a:ext cx="2971800" cy="141316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i="1"/>
              <a:t>EXPORT TO</a:t>
            </a:r>
          </a:p>
          <a:p>
            <a:pPr algn="ctr"/>
            <a:r>
              <a:rPr lang="en-US" sz="2400" i="1"/>
              <a:t>EXCEL/CSV</a:t>
            </a:r>
            <a:endParaRPr lang="en-IN" sz="2400" i="1"/>
          </a:p>
        </p:txBody>
      </p:sp>
      <p:sp>
        <p:nvSpPr>
          <p:cNvPr id="16" name="Oval 15">
            <a:extLst>
              <a:ext uri="{FF2B5EF4-FFF2-40B4-BE49-F238E27FC236}">
                <a16:creationId xmlns:a16="http://schemas.microsoft.com/office/drawing/2014/main" id="{F8221EF1-FC79-CF98-6E7C-D0C6191CA102}"/>
              </a:ext>
            </a:extLst>
          </p:cNvPr>
          <p:cNvSpPr/>
          <p:nvPr/>
        </p:nvSpPr>
        <p:spPr>
          <a:xfrm>
            <a:off x="4810124" y="4766827"/>
            <a:ext cx="2971800" cy="141316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i="1"/>
              <a:t>LOAD INTO </a:t>
            </a:r>
          </a:p>
          <a:p>
            <a:pPr algn="ctr"/>
            <a:r>
              <a:rPr lang="en-US" sz="2400" i="1"/>
              <a:t>POWER BI</a:t>
            </a:r>
            <a:endParaRPr lang="en-IN" sz="2400" i="1"/>
          </a:p>
        </p:txBody>
      </p:sp>
      <p:sp>
        <p:nvSpPr>
          <p:cNvPr id="17" name="Oval 16">
            <a:extLst>
              <a:ext uri="{FF2B5EF4-FFF2-40B4-BE49-F238E27FC236}">
                <a16:creationId xmlns:a16="http://schemas.microsoft.com/office/drawing/2014/main" id="{31C3AA6A-A309-48BB-76F8-C37B4A65FEA1}"/>
              </a:ext>
            </a:extLst>
          </p:cNvPr>
          <p:cNvSpPr/>
          <p:nvPr/>
        </p:nvSpPr>
        <p:spPr>
          <a:xfrm>
            <a:off x="400049" y="4873337"/>
            <a:ext cx="2971800" cy="141316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i="1"/>
              <a:t>DASHBOARD &amp; </a:t>
            </a:r>
          </a:p>
          <a:p>
            <a:pPr algn="ctr"/>
            <a:r>
              <a:rPr lang="en-US" sz="2400" i="1"/>
              <a:t>INSIGHT</a:t>
            </a:r>
            <a:endParaRPr lang="en-IN" sz="2400" i="1"/>
          </a:p>
        </p:txBody>
      </p:sp>
      <p:sp>
        <p:nvSpPr>
          <p:cNvPr id="18" name="Arrow: Right 17">
            <a:extLst>
              <a:ext uri="{FF2B5EF4-FFF2-40B4-BE49-F238E27FC236}">
                <a16:creationId xmlns:a16="http://schemas.microsoft.com/office/drawing/2014/main" id="{0A31473A-4CCD-8E59-F363-1DB824F850B9}"/>
              </a:ext>
            </a:extLst>
          </p:cNvPr>
          <p:cNvSpPr/>
          <p:nvPr/>
        </p:nvSpPr>
        <p:spPr>
          <a:xfrm>
            <a:off x="3439426" y="2874231"/>
            <a:ext cx="1170637" cy="5547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0629D85D-08B4-763E-F20F-FCE996973846}"/>
              </a:ext>
            </a:extLst>
          </p:cNvPr>
          <p:cNvSpPr/>
          <p:nvPr/>
        </p:nvSpPr>
        <p:spPr>
          <a:xfrm>
            <a:off x="7805339" y="2874231"/>
            <a:ext cx="1170637" cy="5547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Down 21">
            <a:extLst>
              <a:ext uri="{FF2B5EF4-FFF2-40B4-BE49-F238E27FC236}">
                <a16:creationId xmlns:a16="http://schemas.microsoft.com/office/drawing/2014/main" id="{BF1284A5-E476-E431-DB91-CF7FBF119FBC}"/>
              </a:ext>
            </a:extLst>
          </p:cNvPr>
          <p:cNvSpPr/>
          <p:nvPr/>
        </p:nvSpPr>
        <p:spPr>
          <a:xfrm>
            <a:off x="10442864" y="3803071"/>
            <a:ext cx="509154" cy="8133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Left 22">
            <a:extLst>
              <a:ext uri="{FF2B5EF4-FFF2-40B4-BE49-F238E27FC236}">
                <a16:creationId xmlns:a16="http://schemas.microsoft.com/office/drawing/2014/main" id="{11407941-1329-3CD2-663B-C23A94019BB4}"/>
              </a:ext>
            </a:extLst>
          </p:cNvPr>
          <p:cNvSpPr/>
          <p:nvPr/>
        </p:nvSpPr>
        <p:spPr>
          <a:xfrm>
            <a:off x="7907480" y="5235843"/>
            <a:ext cx="1170637" cy="55476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Arrow: Left 23">
            <a:extLst>
              <a:ext uri="{FF2B5EF4-FFF2-40B4-BE49-F238E27FC236}">
                <a16:creationId xmlns:a16="http://schemas.microsoft.com/office/drawing/2014/main" id="{2776A8B2-AEFA-CCCA-8901-4153B1F7B9BF}"/>
              </a:ext>
            </a:extLst>
          </p:cNvPr>
          <p:cNvSpPr/>
          <p:nvPr/>
        </p:nvSpPr>
        <p:spPr>
          <a:xfrm>
            <a:off x="3439427" y="5344684"/>
            <a:ext cx="1313078" cy="54696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12166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8A7E-EBEB-6973-28B2-86B49498E6F3}"/>
              </a:ext>
            </a:extLst>
          </p:cNvPr>
          <p:cNvSpPr>
            <a:spLocks noGrp="1"/>
          </p:cNvSpPr>
          <p:nvPr>
            <p:ph type="ctrTitle"/>
          </p:nvPr>
        </p:nvSpPr>
        <p:spPr>
          <a:xfrm>
            <a:off x="0" y="0"/>
            <a:ext cx="12192000" cy="791809"/>
          </a:xfrm>
          <a:solidFill>
            <a:schemeClr val="bg2">
              <a:lumMod val="90000"/>
            </a:schemeClr>
          </a:solidFill>
        </p:spPr>
        <p:txBody>
          <a:bodyPr>
            <a:normAutofit fontScale="90000"/>
          </a:bodyPr>
          <a:lstStyle/>
          <a:p>
            <a:r>
              <a:rPr lang="en-US"/>
              <a:t>Customer Data Analysis</a:t>
            </a:r>
            <a:endParaRPr lang="en-IN"/>
          </a:p>
        </p:txBody>
      </p:sp>
      <p:sp>
        <p:nvSpPr>
          <p:cNvPr id="3" name="Subtitle 2">
            <a:extLst>
              <a:ext uri="{FF2B5EF4-FFF2-40B4-BE49-F238E27FC236}">
                <a16:creationId xmlns:a16="http://schemas.microsoft.com/office/drawing/2014/main" id="{4116D97A-13E1-23BE-0F30-E12918CD212C}"/>
              </a:ext>
            </a:extLst>
          </p:cNvPr>
          <p:cNvSpPr>
            <a:spLocks noGrp="1"/>
          </p:cNvSpPr>
          <p:nvPr>
            <p:ph type="subTitle" idx="1"/>
          </p:nvPr>
        </p:nvSpPr>
        <p:spPr>
          <a:xfrm>
            <a:off x="0" y="779318"/>
            <a:ext cx="12192000" cy="6078681"/>
          </a:xfrm>
          <a:solidFill>
            <a:schemeClr val="bg2">
              <a:lumMod val="90000"/>
            </a:schemeClr>
          </a:solidFill>
        </p:spPr>
        <p:txBody>
          <a:bodyPr>
            <a:normAutofit/>
          </a:bodyPr>
          <a:lstStyle/>
          <a:p>
            <a:endParaRPr lang="en-US"/>
          </a:p>
          <a:p>
            <a:r>
              <a:rPr lang="en-US" sz="4000"/>
              <a:t>Business </a:t>
            </a:r>
            <a:r>
              <a:rPr lang="en-US" sz="3600"/>
              <a:t>Problem Analyzed</a:t>
            </a:r>
          </a:p>
          <a:p>
            <a:r>
              <a:rPr lang="en-US"/>
              <a:t>                             1.How is the shopping distribution according to gender?</a:t>
            </a:r>
          </a:p>
          <a:p>
            <a:r>
              <a:rPr lang="en-US"/>
              <a:t>          2. Which gender did we sell more products to?</a:t>
            </a:r>
          </a:p>
          <a:p>
            <a:r>
              <a:rPr lang="en-US"/>
              <a:t>3.Which gender generated more revenue?</a:t>
            </a:r>
          </a:p>
          <a:p>
            <a:r>
              <a:rPr lang="en-US"/>
              <a:t>                                               4. Distribution of purchase categories relative to other columns?</a:t>
            </a:r>
          </a:p>
          <a:p>
            <a:r>
              <a:rPr lang="en-US"/>
              <a:t>                       5. How is the shopping distribution according to age?</a:t>
            </a:r>
          </a:p>
          <a:p>
            <a:r>
              <a:rPr lang="en-US"/>
              <a:t>         6. Which age cat did we sell more products to?</a:t>
            </a:r>
          </a:p>
          <a:p>
            <a:r>
              <a:rPr lang="en-US"/>
              <a:t>7. Which age cat generated more revenue?</a:t>
            </a:r>
          </a:p>
          <a:p>
            <a:r>
              <a:rPr lang="en-US"/>
              <a:t>                                               8. Distribution of purchase categories relative to other columns?</a:t>
            </a:r>
          </a:p>
          <a:p>
            <a:r>
              <a:rPr lang="en-US"/>
              <a:t>                                                 9. Does the payment method have a relation with other columns?</a:t>
            </a:r>
          </a:p>
          <a:p>
            <a:r>
              <a:rPr lang="en-US"/>
              <a:t>                   10. How is the distribution of the payment method?</a:t>
            </a:r>
          </a:p>
        </p:txBody>
      </p:sp>
    </p:spTree>
    <p:extLst>
      <p:ext uri="{BB962C8B-B14F-4D97-AF65-F5344CB8AC3E}">
        <p14:creationId xmlns:p14="http://schemas.microsoft.com/office/powerpoint/2010/main" val="3993500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878E5-1F7C-4865-545B-A568F5608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6DDE0-1A96-440C-D5E3-703D1C10E606}"/>
              </a:ext>
            </a:extLst>
          </p:cNvPr>
          <p:cNvSpPr>
            <a:spLocks noGrp="1"/>
          </p:cNvSpPr>
          <p:nvPr>
            <p:ph type="ctrTitle"/>
          </p:nvPr>
        </p:nvSpPr>
        <p:spPr>
          <a:xfrm>
            <a:off x="0" y="-166136"/>
            <a:ext cx="12192000" cy="100791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527CC155-E966-45F5-9AF3-02D57D35C63C}"/>
              </a:ext>
            </a:extLst>
          </p:cNvPr>
          <p:cNvSpPr>
            <a:spLocks noGrp="1"/>
          </p:cNvSpPr>
          <p:nvPr>
            <p:ph type="subTitle" idx="1"/>
          </p:nvPr>
        </p:nvSpPr>
        <p:spPr>
          <a:xfrm>
            <a:off x="0" y="837813"/>
            <a:ext cx="12192000" cy="6041208"/>
          </a:xfrm>
          <a:solidFill>
            <a:schemeClr val="bg2">
              <a:lumMod val="90000"/>
            </a:schemeClr>
          </a:solidFill>
        </p:spPr>
        <p:txBody>
          <a:bodyPr>
            <a:normAutofit/>
          </a:bodyPr>
          <a:lstStyle/>
          <a:p>
            <a:endParaRPr lang="en-US" sz="2800" i="1"/>
          </a:p>
          <a:p>
            <a:r>
              <a:rPr lang="en-US" sz="2800" i="1"/>
              <a:t>             1.How is the shopping distribution according to gender?</a:t>
            </a:r>
          </a:p>
        </p:txBody>
      </p:sp>
      <p:pic>
        <p:nvPicPr>
          <p:cNvPr id="7" name="Graphic 6">
            <a:extLst>
              <a:ext uri="{FF2B5EF4-FFF2-40B4-BE49-F238E27FC236}">
                <a16:creationId xmlns:a16="http://schemas.microsoft.com/office/drawing/2014/main" id="{D6B00A8D-7BEE-F286-C723-F16D647E5A3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48445" y="2389909"/>
            <a:ext cx="5559137" cy="3449782"/>
          </a:xfrm>
          <a:prstGeom prst="rect">
            <a:avLst/>
          </a:prstGeom>
        </p:spPr>
      </p:pic>
      <p:sp>
        <p:nvSpPr>
          <p:cNvPr id="12" name="Scroll: Vertical 11">
            <a:extLst>
              <a:ext uri="{FF2B5EF4-FFF2-40B4-BE49-F238E27FC236}">
                <a16:creationId xmlns:a16="http://schemas.microsoft.com/office/drawing/2014/main" id="{D954DB10-EEFF-84AF-DE19-27D0B835AB83}"/>
              </a:ext>
            </a:extLst>
          </p:cNvPr>
          <p:cNvSpPr/>
          <p:nvPr/>
        </p:nvSpPr>
        <p:spPr>
          <a:xfrm>
            <a:off x="0" y="138545"/>
            <a:ext cx="2597727" cy="3865418"/>
          </a:xfrm>
          <a:prstGeom prst="verticalScroll">
            <a:avLst>
              <a:gd name="adj" fmla="val 13539"/>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t>One gender dominates shopping activity, showing stronger engagement and higher store</a:t>
            </a:r>
          </a:p>
          <a:p>
            <a:pPr algn="ctr"/>
            <a:r>
              <a:rPr lang="en-US" b="1" i="1"/>
              <a:t> interaction</a:t>
            </a:r>
            <a:endParaRPr lang="en-IN" b="1" i="1"/>
          </a:p>
        </p:txBody>
      </p:sp>
      <p:pic>
        <p:nvPicPr>
          <p:cNvPr id="18" name="Picture 17" descr="A screenshot of a computer&#10;&#10;AI-generated content may be incorrect.">
            <a:extLst>
              <a:ext uri="{FF2B5EF4-FFF2-40B4-BE49-F238E27FC236}">
                <a16:creationId xmlns:a16="http://schemas.microsoft.com/office/drawing/2014/main" id="{0CF145C2-16CC-2A9B-E761-A9730583BC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48800" y="4950372"/>
            <a:ext cx="2743200" cy="1857485"/>
          </a:xfrm>
          <a:prstGeom prst="rect">
            <a:avLst/>
          </a:prstGeom>
        </p:spPr>
      </p:pic>
    </p:spTree>
    <p:extLst>
      <p:ext uri="{BB962C8B-B14F-4D97-AF65-F5344CB8AC3E}">
        <p14:creationId xmlns:p14="http://schemas.microsoft.com/office/powerpoint/2010/main" val="1221711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6A063-7314-61EF-F730-DC00B91B67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D4836-11A0-19C0-8F72-0D4941F9BE8C}"/>
              </a:ext>
            </a:extLst>
          </p:cNvPr>
          <p:cNvSpPr>
            <a:spLocks noGrp="1"/>
          </p:cNvSpPr>
          <p:nvPr>
            <p:ph type="ctrTitle"/>
          </p:nvPr>
        </p:nvSpPr>
        <p:spPr>
          <a:xfrm>
            <a:off x="0" y="24246"/>
            <a:ext cx="12192000" cy="100791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C0FC03BF-AFC2-52CD-51C5-A509857085F4}"/>
              </a:ext>
            </a:extLst>
          </p:cNvPr>
          <p:cNvSpPr>
            <a:spLocks noGrp="1"/>
          </p:cNvSpPr>
          <p:nvPr>
            <p:ph type="subTitle" idx="1"/>
          </p:nvPr>
        </p:nvSpPr>
        <p:spPr>
          <a:xfrm>
            <a:off x="0" y="1032164"/>
            <a:ext cx="12192000" cy="6078682"/>
          </a:xfrm>
          <a:solidFill>
            <a:schemeClr val="bg2">
              <a:lumMod val="90000"/>
            </a:schemeClr>
          </a:solidFill>
        </p:spPr>
        <p:txBody>
          <a:bodyPr>
            <a:normAutofit/>
          </a:bodyPr>
          <a:lstStyle/>
          <a:p>
            <a:endParaRPr lang="en-US" sz="2800" i="1"/>
          </a:p>
          <a:p>
            <a:r>
              <a:rPr lang="en-US" sz="2800" i="1"/>
              <a:t>2.Which gender did we sell more products to ?</a:t>
            </a:r>
          </a:p>
        </p:txBody>
      </p:sp>
      <p:pic>
        <p:nvPicPr>
          <p:cNvPr id="5" name="Graphic 4">
            <a:extLst>
              <a:ext uri="{FF2B5EF4-FFF2-40B4-BE49-F238E27FC236}">
                <a16:creationId xmlns:a16="http://schemas.microsoft.com/office/drawing/2014/main" id="{CC6470C5-8885-7E51-AA4C-3348F072487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88673" y="2358736"/>
            <a:ext cx="5496791" cy="3785755"/>
          </a:xfrm>
          <a:prstGeom prst="rect">
            <a:avLst/>
          </a:prstGeom>
        </p:spPr>
      </p:pic>
      <p:sp>
        <p:nvSpPr>
          <p:cNvPr id="6" name="Scroll: Vertical 5">
            <a:extLst>
              <a:ext uri="{FF2B5EF4-FFF2-40B4-BE49-F238E27FC236}">
                <a16:creationId xmlns:a16="http://schemas.microsoft.com/office/drawing/2014/main" id="{21AA12BF-D71E-9189-3F74-F237558F20D5}"/>
              </a:ext>
            </a:extLst>
          </p:cNvPr>
          <p:cNvSpPr/>
          <p:nvPr/>
        </p:nvSpPr>
        <p:spPr>
          <a:xfrm>
            <a:off x="0" y="152399"/>
            <a:ext cx="2597727" cy="3865418"/>
          </a:xfrm>
          <a:prstGeom prst="verticalScroll">
            <a:avLst>
              <a:gd name="adj" fmla="val 13539"/>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t>Higher product quantity is driven by one gender, Indicating stronger purchase frequency.</a:t>
            </a:r>
            <a:endParaRPr lang="en-IN" b="1" i="1"/>
          </a:p>
        </p:txBody>
      </p:sp>
      <p:pic>
        <p:nvPicPr>
          <p:cNvPr id="9" name="Picture 8" descr="A screenshot of a computer&#10;&#10;AI-generated content may be incorrect.">
            <a:extLst>
              <a:ext uri="{FF2B5EF4-FFF2-40B4-BE49-F238E27FC236}">
                <a16:creationId xmlns:a16="http://schemas.microsoft.com/office/drawing/2014/main" id="{8007F786-8CF4-A99B-8273-288159149D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27476" y="4937114"/>
            <a:ext cx="2480442" cy="1855077"/>
          </a:xfrm>
          <a:prstGeom prst="rect">
            <a:avLst/>
          </a:prstGeom>
        </p:spPr>
      </p:pic>
    </p:spTree>
    <p:extLst>
      <p:ext uri="{BB962C8B-B14F-4D97-AF65-F5344CB8AC3E}">
        <p14:creationId xmlns:p14="http://schemas.microsoft.com/office/powerpoint/2010/main" val="1454646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2713B-6E35-2532-B84D-108F585E4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7989A-4EB0-BC1F-3207-1CC0EF7D265F}"/>
              </a:ext>
            </a:extLst>
          </p:cNvPr>
          <p:cNvSpPr>
            <a:spLocks noGrp="1"/>
          </p:cNvSpPr>
          <p:nvPr>
            <p:ph type="ctrTitle"/>
          </p:nvPr>
        </p:nvSpPr>
        <p:spPr>
          <a:xfrm>
            <a:off x="0" y="36189"/>
            <a:ext cx="12192000" cy="112846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005F3C6C-0A12-E297-E847-E857F6DEA2E5}"/>
              </a:ext>
            </a:extLst>
          </p:cNvPr>
          <p:cNvSpPr>
            <a:spLocks noGrp="1"/>
          </p:cNvSpPr>
          <p:nvPr>
            <p:ph type="subTitle" idx="1"/>
          </p:nvPr>
        </p:nvSpPr>
        <p:spPr>
          <a:xfrm>
            <a:off x="0" y="1046974"/>
            <a:ext cx="12192000" cy="6078682"/>
          </a:xfrm>
          <a:solidFill>
            <a:schemeClr val="bg2">
              <a:lumMod val="90000"/>
            </a:schemeClr>
          </a:solidFill>
        </p:spPr>
        <p:txBody>
          <a:bodyPr>
            <a:normAutofit/>
          </a:bodyPr>
          <a:lstStyle/>
          <a:p>
            <a:endParaRPr lang="en-US" sz="2800" i="1"/>
          </a:p>
          <a:p>
            <a:r>
              <a:rPr lang="en-US" sz="2800" i="1"/>
              <a:t>3.Which gender generate more revenue ?</a:t>
            </a:r>
          </a:p>
        </p:txBody>
      </p:sp>
      <p:pic>
        <p:nvPicPr>
          <p:cNvPr id="6" name="Graphic 5">
            <a:extLst>
              <a:ext uri="{FF2B5EF4-FFF2-40B4-BE49-F238E27FC236}">
                <a16:creationId xmlns:a16="http://schemas.microsoft.com/office/drawing/2014/main" id="{43F1069F-EBAB-85D3-F8AA-83CEDB60731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99620" y="2604654"/>
            <a:ext cx="4600575" cy="2895600"/>
          </a:xfrm>
          <a:prstGeom prst="rect">
            <a:avLst/>
          </a:prstGeom>
        </p:spPr>
      </p:pic>
      <p:sp>
        <p:nvSpPr>
          <p:cNvPr id="11" name="Scroll: Vertical 10">
            <a:extLst>
              <a:ext uri="{FF2B5EF4-FFF2-40B4-BE49-F238E27FC236}">
                <a16:creationId xmlns:a16="http://schemas.microsoft.com/office/drawing/2014/main" id="{764F1840-43CE-7056-8D15-488F7233300F}"/>
              </a:ext>
            </a:extLst>
          </p:cNvPr>
          <p:cNvSpPr/>
          <p:nvPr/>
        </p:nvSpPr>
        <p:spPr>
          <a:xfrm>
            <a:off x="0" y="152399"/>
            <a:ext cx="2597727" cy="3865418"/>
          </a:xfrm>
          <a:prstGeom prst="verticalScroll">
            <a:avLst>
              <a:gd name="adj" fmla="val 13539"/>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t>Revenue contribution is higher for female gender revealing a more valuable customer </a:t>
            </a:r>
          </a:p>
          <a:p>
            <a:pPr algn="ctr"/>
            <a:r>
              <a:rPr lang="en-US" b="1" i="1"/>
              <a:t>segment.</a:t>
            </a:r>
            <a:endParaRPr lang="en-IN" b="1" i="1"/>
          </a:p>
        </p:txBody>
      </p:sp>
      <p:pic>
        <p:nvPicPr>
          <p:cNvPr id="13" name="Picture 12" descr="A screenshot of a computer screen&#10;&#10;AI-generated content may be incorrect.">
            <a:extLst>
              <a:ext uri="{FF2B5EF4-FFF2-40B4-BE49-F238E27FC236}">
                <a16:creationId xmlns:a16="http://schemas.microsoft.com/office/drawing/2014/main" id="{B4524C24-5CF0-F08B-72E8-703E88058E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0581" y="4908331"/>
            <a:ext cx="2671419" cy="1949669"/>
          </a:xfrm>
          <a:prstGeom prst="rect">
            <a:avLst/>
          </a:prstGeom>
        </p:spPr>
      </p:pic>
    </p:spTree>
    <p:extLst>
      <p:ext uri="{BB962C8B-B14F-4D97-AF65-F5344CB8AC3E}">
        <p14:creationId xmlns:p14="http://schemas.microsoft.com/office/powerpoint/2010/main" val="2543018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A9AAE-CA41-8E31-E699-6AB0AFA74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EACF3-B66B-8144-3F28-B5A70619DAB5}"/>
              </a:ext>
            </a:extLst>
          </p:cNvPr>
          <p:cNvSpPr>
            <a:spLocks noGrp="1"/>
          </p:cNvSpPr>
          <p:nvPr>
            <p:ph type="ctrTitle"/>
          </p:nvPr>
        </p:nvSpPr>
        <p:spPr>
          <a:xfrm>
            <a:off x="0" y="0"/>
            <a:ext cx="12192000" cy="100791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77FFB639-90EE-90B4-FF0A-0CCC5E2FE52E}"/>
              </a:ext>
            </a:extLst>
          </p:cNvPr>
          <p:cNvSpPr>
            <a:spLocks noGrp="1"/>
          </p:cNvSpPr>
          <p:nvPr>
            <p:ph type="subTitle" idx="1"/>
          </p:nvPr>
        </p:nvSpPr>
        <p:spPr>
          <a:xfrm>
            <a:off x="0" y="1007918"/>
            <a:ext cx="12192000" cy="6078682"/>
          </a:xfrm>
          <a:solidFill>
            <a:schemeClr val="bg2">
              <a:lumMod val="90000"/>
            </a:schemeClr>
          </a:solidFill>
        </p:spPr>
        <p:txBody>
          <a:bodyPr>
            <a:normAutofit/>
          </a:bodyPr>
          <a:lstStyle/>
          <a:p>
            <a:endParaRPr lang="en-US" sz="2800" i="1"/>
          </a:p>
          <a:p>
            <a:r>
              <a:rPr lang="en-US" sz="2800" i="1"/>
              <a:t>4.Distribution of purchase categories relative to </a:t>
            </a:r>
          </a:p>
          <a:p>
            <a:r>
              <a:rPr lang="en-US" sz="2800" i="1"/>
              <a:t>Other column ?</a:t>
            </a:r>
          </a:p>
        </p:txBody>
      </p:sp>
      <p:sp>
        <p:nvSpPr>
          <p:cNvPr id="11" name="Scroll: Vertical 10">
            <a:extLst>
              <a:ext uri="{FF2B5EF4-FFF2-40B4-BE49-F238E27FC236}">
                <a16:creationId xmlns:a16="http://schemas.microsoft.com/office/drawing/2014/main" id="{916909F9-06C0-98D5-22BC-986C927EF3E5}"/>
              </a:ext>
            </a:extLst>
          </p:cNvPr>
          <p:cNvSpPr/>
          <p:nvPr/>
        </p:nvSpPr>
        <p:spPr>
          <a:xfrm>
            <a:off x="0" y="152399"/>
            <a:ext cx="2597727" cy="3865418"/>
          </a:xfrm>
          <a:prstGeom prst="verticalScroll">
            <a:avLst>
              <a:gd name="adj" fmla="val 13539"/>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t>Top categories consistently outperform others across transaction, </a:t>
            </a:r>
            <a:r>
              <a:rPr lang="en-US" b="1" i="1" err="1"/>
              <a:t>lems</a:t>
            </a:r>
            <a:r>
              <a:rPr lang="en-US" b="1" i="1"/>
              <a:t>, and venue.</a:t>
            </a:r>
            <a:endParaRPr lang="en-IN" b="1" i="1"/>
          </a:p>
        </p:txBody>
      </p:sp>
      <p:pic>
        <p:nvPicPr>
          <p:cNvPr id="5" name="Picture 4" descr="A screenshot of a computer&#10;&#10;AI-generated content may be incorrect.">
            <a:extLst>
              <a:ext uri="{FF2B5EF4-FFF2-40B4-BE49-F238E27FC236}">
                <a16:creationId xmlns:a16="http://schemas.microsoft.com/office/drawing/2014/main" id="{33375362-C3AB-0460-4D12-45348D883A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3393" y="4151587"/>
            <a:ext cx="2532994" cy="2610542"/>
          </a:xfrm>
          <a:prstGeom prst="rect">
            <a:avLst/>
          </a:prstGeom>
        </p:spPr>
      </p:pic>
      <p:pic>
        <p:nvPicPr>
          <p:cNvPr id="8" name="Graphic 7">
            <a:extLst>
              <a:ext uri="{FF2B5EF4-FFF2-40B4-BE49-F238E27FC236}">
                <a16:creationId xmlns:a16="http://schemas.microsoft.com/office/drawing/2014/main" id="{EE365D32-2E35-5C16-BB93-BA23FE4A9E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2291" y="2617076"/>
            <a:ext cx="5349764" cy="3461606"/>
          </a:xfrm>
          <a:prstGeom prst="rect">
            <a:avLst/>
          </a:prstGeom>
        </p:spPr>
      </p:pic>
    </p:spTree>
    <p:extLst>
      <p:ext uri="{BB962C8B-B14F-4D97-AF65-F5344CB8AC3E}">
        <p14:creationId xmlns:p14="http://schemas.microsoft.com/office/powerpoint/2010/main" val="3068632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312EC-75D5-38D8-85BC-34D21EE72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72136-BBD6-F0E6-FFC6-2E6F130FA334}"/>
              </a:ext>
            </a:extLst>
          </p:cNvPr>
          <p:cNvSpPr>
            <a:spLocks noGrp="1"/>
          </p:cNvSpPr>
          <p:nvPr>
            <p:ph type="ctrTitle"/>
          </p:nvPr>
        </p:nvSpPr>
        <p:spPr>
          <a:xfrm>
            <a:off x="0" y="0"/>
            <a:ext cx="12192000" cy="100791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4F5D85AB-AB10-3B40-7348-1D4FA4ABD4C8}"/>
              </a:ext>
            </a:extLst>
          </p:cNvPr>
          <p:cNvSpPr>
            <a:spLocks noGrp="1"/>
          </p:cNvSpPr>
          <p:nvPr>
            <p:ph type="subTitle" idx="1"/>
          </p:nvPr>
        </p:nvSpPr>
        <p:spPr>
          <a:xfrm>
            <a:off x="0" y="1007918"/>
            <a:ext cx="12192000" cy="5850082"/>
          </a:xfrm>
          <a:solidFill>
            <a:schemeClr val="bg2">
              <a:lumMod val="90000"/>
            </a:schemeClr>
          </a:solidFill>
        </p:spPr>
        <p:txBody>
          <a:bodyPr>
            <a:normAutofit/>
          </a:bodyPr>
          <a:lstStyle/>
          <a:p>
            <a:endParaRPr lang="en-US" sz="2800" i="1"/>
          </a:p>
          <a:p>
            <a:r>
              <a:rPr lang="en-US" sz="2800" i="1"/>
              <a:t>     5.How is the shopping distribution according to age?</a:t>
            </a:r>
          </a:p>
        </p:txBody>
      </p:sp>
      <p:sp>
        <p:nvSpPr>
          <p:cNvPr id="11" name="Scroll: Vertical 10">
            <a:extLst>
              <a:ext uri="{FF2B5EF4-FFF2-40B4-BE49-F238E27FC236}">
                <a16:creationId xmlns:a16="http://schemas.microsoft.com/office/drawing/2014/main" id="{13B0BB95-F421-2E78-D7A2-BF31D3AB9262}"/>
              </a:ext>
            </a:extLst>
          </p:cNvPr>
          <p:cNvSpPr/>
          <p:nvPr/>
        </p:nvSpPr>
        <p:spPr>
          <a:xfrm>
            <a:off x="0" y="152399"/>
            <a:ext cx="2597727" cy="3865418"/>
          </a:xfrm>
          <a:prstGeom prst="verticalScroll">
            <a:avLst>
              <a:gd name="adj" fmla="val 13539"/>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t>Specific age groups show the. highest shopping participation, shaping key customer demographics.</a:t>
            </a:r>
            <a:endParaRPr lang="en-IN" b="1" i="1"/>
          </a:p>
        </p:txBody>
      </p:sp>
      <p:pic>
        <p:nvPicPr>
          <p:cNvPr id="5" name="Graphic 4">
            <a:extLst>
              <a:ext uri="{FF2B5EF4-FFF2-40B4-BE49-F238E27FC236}">
                <a16:creationId xmlns:a16="http://schemas.microsoft.com/office/drawing/2014/main" id="{30016B40-4810-FA31-24BD-C7717705B6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29480" y="2399434"/>
            <a:ext cx="4629150" cy="283845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AF9932AA-C9DE-1E36-E5F2-E4CD4A1517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599" y="3544447"/>
            <a:ext cx="2359870" cy="3313553"/>
          </a:xfrm>
          <a:prstGeom prst="rect">
            <a:avLst/>
          </a:prstGeom>
        </p:spPr>
      </p:pic>
    </p:spTree>
    <p:extLst>
      <p:ext uri="{BB962C8B-B14F-4D97-AF65-F5344CB8AC3E}">
        <p14:creationId xmlns:p14="http://schemas.microsoft.com/office/powerpoint/2010/main" val="255276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3631B-A280-1F6D-A414-3D9879027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4CC5C1-FBBB-A3EA-3BE0-B3E705DCB70C}"/>
              </a:ext>
            </a:extLst>
          </p:cNvPr>
          <p:cNvSpPr>
            <a:spLocks noGrp="1"/>
          </p:cNvSpPr>
          <p:nvPr>
            <p:ph type="ctrTitle"/>
          </p:nvPr>
        </p:nvSpPr>
        <p:spPr>
          <a:xfrm>
            <a:off x="0" y="0"/>
            <a:ext cx="12192000" cy="100791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B215D9AF-DFD2-444F-D691-F2020DA5EEA8}"/>
              </a:ext>
            </a:extLst>
          </p:cNvPr>
          <p:cNvSpPr>
            <a:spLocks noGrp="1"/>
          </p:cNvSpPr>
          <p:nvPr>
            <p:ph type="subTitle" idx="1"/>
          </p:nvPr>
        </p:nvSpPr>
        <p:spPr>
          <a:xfrm>
            <a:off x="0" y="1007918"/>
            <a:ext cx="12192000" cy="6078682"/>
          </a:xfrm>
          <a:solidFill>
            <a:schemeClr val="bg2">
              <a:lumMod val="90000"/>
            </a:schemeClr>
          </a:solidFill>
        </p:spPr>
        <p:txBody>
          <a:bodyPr>
            <a:normAutofit/>
          </a:bodyPr>
          <a:lstStyle/>
          <a:p>
            <a:endParaRPr lang="en-US" sz="2800" i="1"/>
          </a:p>
          <a:p>
            <a:r>
              <a:rPr lang="en-US" sz="2800" i="1"/>
              <a:t>6.Which age cat did we sell more products to ?</a:t>
            </a:r>
          </a:p>
        </p:txBody>
      </p:sp>
      <p:sp>
        <p:nvSpPr>
          <p:cNvPr id="11" name="Scroll: Vertical 10">
            <a:extLst>
              <a:ext uri="{FF2B5EF4-FFF2-40B4-BE49-F238E27FC236}">
                <a16:creationId xmlns:a16="http://schemas.microsoft.com/office/drawing/2014/main" id="{44DF98DA-36F4-0783-0CA9-62FA494664C6}"/>
              </a:ext>
            </a:extLst>
          </p:cNvPr>
          <p:cNvSpPr/>
          <p:nvPr/>
        </p:nvSpPr>
        <p:spPr>
          <a:xfrm>
            <a:off x="0" y="152399"/>
            <a:ext cx="2597727" cy="3865418"/>
          </a:xfrm>
          <a:prstGeom prst="verticalScroll">
            <a:avLst>
              <a:gd name="adj" fmla="val 13539"/>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t>One age group category purchases the most items, highlighting strong buying intensity.</a:t>
            </a:r>
            <a:endParaRPr lang="en-IN" b="1" i="1"/>
          </a:p>
        </p:txBody>
      </p:sp>
      <p:pic>
        <p:nvPicPr>
          <p:cNvPr id="5" name="Graphic 4">
            <a:extLst>
              <a:ext uri="{FF2B5EF4-FFF2-40B4-BE49-F238E27FC236}">
                <a16:creationId xmlns:a16="http://schemas.microsoft.com/office/drawing/2014/main" id="{739607BD-9B81-31CC-DB52-1B92577CDE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81425" y="2009775"/>
            <a:ext cx="4629150" cy="2838450"/>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42AEC97F-9E62-5E83-71F1-05162378C26A}"/>
              </a:ext>
            </a:extLst>
          </p:cNvPr>
          <p:cNvPicPr>
            <a:picLocks noChangeAspect="1"/>
          </p:cNvPicPr>
          <p:nvPr/>
        </p:nvPicPr>
        <p:blipFill>
          <a:blip r:embed="rId4"/>
          <a:stretch>
            <a:fillRect/>
          </a:stretch>
        </p:blipFill>
        <p:spPr>
          <a:xfrm>
            <a:off x="9890234" y="3131901"/>
            <a:ext cx="2060028" cy="3661484"/>
          </a:xfrm>
          <a:prstGeom prst="rect">
            <a:avLst/>
          </a:prstGeom>
        </p:spPr>
      </p:pic>
    </p:spTree>
    <p:extLst>
      <p:ext uri="{BB962C8B-B14F-4D97-AF65-F5344CB8AC3E}">
        <p14:creationId xmlns:p14="http://schemas.microsoft.com/office/powerpoint/2010/main" val="1236692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DDBFD-48D5-6FBA-B8B8-49F4AE78B8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ACFD0-97E8-E89F-CD60-AF5460F53CFB}"/>
              </a:ext>
            </a:extLst>
          </p:cNvPr>
          <p:cNvSpPr>
            <a:spLocks noGrp="1"/>
          </p:cNvSpPr>
          <p:nvPr>
            <p:ph type="ctrTitle"/>
          </p:nvPr>
        </p:nvSpPr>
        <p:spPr>
          <a:xfrm>
            <a:off x="0" y="-6210"/>
            <a:ext cx="12192000" cy="1731579"/>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90C447FA-A2B0-9493-CA3C-D2B7EBB593AE}"/>
              </a:ext>
            </a:extLst>
          </p:cNvPr>
          <p:cNvSpPr>
            <a:spLocks noGrp="1"/>
          </p:cNvSpPr>
          <p:nvPr>
            <p:ph type="subTitle" idx="1"/>
          </p:nvPr>
        </p:nvSpPr>
        <p:spPr>
          <a:xfrm>
            <a:off x="0" y="1725369"/>
            <a:ext cx="12192000" cy="6078682"/>
          </a:xfrm>
          <a:solidFill>
            <a:schemeClr val="bg2">
              <a:lumMod val="90000"/>
            </a:schemeClr>
          </a:solidFill>
        </p:spPr>
        <p:txBody>
          <a:bodyPr>
            <a:normAutofit/>
          </a:bodyPr>
          <a:lstStyle/>
          <a:p>
            <a:endParaRPr lang="en-US" sz="2800" i="1"/>
          </a:p>
          <a:p>
            <a:r>
              <a:rPr lang="en-US" sz="2800" i="1"/>
              <a:t>7.Which age cat generate more revenue ?</a:t>
            </a:r>
          </a:p>
        </p:txBody>
      </p:sp>
      <p:sp>
        <p:nvSpPr>
          <p:cNvPr id="11" name="Scroll: Vertical 10">
            <a:extLst>
              <a:ext uri="{FF2B5EF4-FFF2-40B4-BE49-F238E27FC236}">
                <a16:creationId xmlns:a16="http://schemas.microsoft.com/office/drawing/2014/main" id="{CBC6E34E-F652-2B37-61B9-C5A897AB0D60}"/>
              </a:ext>
            </a:extLst>
          </p:cNvPr>
          <p:cNvSpPr/>
          <p:nvPr/>
        </p:nvSpPr>
        <p:spPr>
          <a:xfrm>
            <a:off x="0" y="152399"/>
            <a:ext cx="2597727" cy="3865418"/>
          </a:xfrm>
          <a:prstGeom prst="verticalScroll">
            <a:avLst>
              <a:gd name="adj" fmla="val 13539"/>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t>Revenue is largely driven by a core age group, making them the key sales</a:t>
            </a:r>
          </a:p>
          <a:p>
            <a:pPr algn="ctr"/>
            <a:r>
              <a:rPr lang="en-US" b="1" i="1"/>
              <a:t> segment</a:t>
            </a:r>
            <a:endParaRPr lang="en-IN" b="1" i="1"/>
          </a:p>
        </p:txBody>
      </p:sp>
      <p:pic>
        <p:nvPicPr>
          <p:cNvPr id="5" name="Graphic 4">
            <a:extLst>
              <a:ext uri="{FF2B5EF4-FFF2-40B4-BE49-F238E27FC236}">
                <a16:creationId xmlns:a16="http://schemas.microsoft.com/office/drawing/2014/main" id="{5D8E5870-176C-4D04-15CA-2132D508F9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08460" y="3340722"/>
            <a:ext cx="4629150" cy="284797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E1C5D3D0-F2BD-966F-2566-15E4271D15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7766" y="3576921"/>
            <a:ext cx="2543530" cy="2924583"/>
          </a:xfrm>
          <a:prstGeom prst="rect">
            <a:avLst/>
          </a:prstGeom>
        </p:spPr>
      </p:pic>
    </p:spTree>
    <p:extLst>
      <p:ext uri="{BB962C8B-B14F-4D97-AF65-F5344CB8AC3E}">
        <p14:creationId xmlns:p14="http://schemas.microsoft.com/office/powerpoint/2010/main" val="1278607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A3637-728E-34D9-60AD-229FE7AD24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D5042-BCAB-D1F7-C6D4-9B9F5BACA536}"/>
              </a:ext>
            </a:extLst>
          </p:cNvPr>
          <p:cNvSpPr>
            <a:spLocks noGrp="1"/>
          </p:cNvSpPr>
          <p:nvPr>
            <p:ph type="ctrTitle"/>
          </p:nvPr>
        </p:nvSpPr>
        <p:spPr>
          <a:xfrm>
            <a:off x="0" y="0"/>
            <a:ext cx="12192000" cy="100791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8A73C280-FE0B-B3E3-BBD5-55C91AEBB165}"/>
              </a:ext>
            </a:extLst>
          </p:cNvPr>
          <p:cNvSpPr>
            <a:spLocks noGrp="1"/>
          </p:cNvSpPr>
          <p:nvPr>
            <p:ph type="subTitle" idx="1"/>
          </p:nvPr>
        </p:nvSpPr>
        <p:spPr>
          <a:xfrm>
            <a:off x="0" y="1007918"/>
            <a:ext cx="12192000" cy="5850081"/>
          </a:xfrm>
          <a:solidFill>
            <a:schemeClr val="bg2">
              <a:lumMod val="90000"/>
            </a:schemeClr>
          </a:solidFill>
        </p:spPr>
        <p:txBody>
          <a:bodyPr>
            <a:normAutofit/>
          </a:bodyPr>
          <a:lstStyle/>
          <a:p>
            <a:endParaRPr lang="en-US" sz="2800" i="1"/>
          </a:p>
          <a:p>
            <a:r>
              <a:rPr lang="en-US" sz="2800" i="1"/>
              <a:t>                             8.Distribution of purchase categories relatives to other column?</a:t>
            </a:r>
          </a:p>
        </p:txBody>
      </p:sp>
      <p:sp>
        <p:nvSpPr>
          <p:cNvPr id="11" name="Scroll: Vertical 10">
            <a:extLst>
              <a:ext uri="{FF2B5EF4-FFF2-40B4-BE49-F238E27FC236}">
                <a16:creationId xmlns:a16="http://schemas.microsoft.com/office/drawing/2014/main" id="{44AEC55D-2804-9FEE-72F1-758E8D01050C}"/>
              </a:ext>
            </a:extLst>
          </p:cNvPr>
          <p:cNvSpPr/>
          <p:nvPr/>
        </p:nvSpPr>
        <p:spPr>
          <a:xfrm>
            <a:off x="0" y="152399"/>
            <a:ext cx="2597727" cy="3865418"/>
          </a:xfrm>
          <a:prstGeom prst="verticalScroll">
            <a:avLst>
              <a:gd name="adj" fmla="val 13539"/>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t>Product category preference vary across age and transactions, enabling targeted product </a:t>
            </a:r>
          </a:p>
          <a:p>
            <a:pPr algn="ctr"/>
            <a:r>
              <a:rPr lang="en-US" b="1" i="1"/>
              <a:t>positioning</a:t>
            </a:r>
            <a:endParaRPr lang="en-IN" b="1" i="1"/>
          </a:p>
        </p:txBody>
      </p:sp>
      <p:pic>
        <p:nvPicPr>
          <p:cNvPr id="5" name="Graphic 4">
            <a:extLst>
              <a:ext uri="{FF2B5EF4-FFF2-40B4-BE49-F238E27FC236}">
                <a16:creationId xmlns:a16="http://schemas.microsoft.com/office/drawing/2014/main" id="{C0A17185-2BB6-06CE-B8E3-CBDA263AFB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76567" y="2229570"/>
            <a:ext cx="6131684" cy="3881292"/>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0186F394-75B4-A9A9-638F-31ABFCA532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2129" y="3159368"/>
            <a:ext cx="3000794" cy="3615504"/>
          </a:xfrm>
          <a:prstGeom prst="rect">
            <a:avLst/>
          </a:prstGeom>
        </p:spPr>
      </p:pic>
    </p:spTree>
    <p:extLst>
      <p:ext uri="{BB962C8B-B14F-4D97-AF65-F5344CB8AC3E}">
        <p14:creationId xmlns:p14="http://schemas.microsoft.com/office/powerpoint/2010/main" val="4203082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E94B0-963E-7AFF-E591-957574225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9DDB3-1AFE-BCC1-99EC-EA4A95832EA0}"/>
              </a:ext>
            </a:extLst>
          </p:cNvPr>
          <p:cNvSpPr>
            <a:spLocks noGrp="1"/>
          </p:cNvSpPr>
          <p:nvPr>
            <p:ph type="ctrTitle"/>
          </p:nvPr>
        </p:nvSpPr>
        <p:spPr>
          <a:xfrm>
            <a:off x="-1" y="42041"/>
            <a:ext cx="12192000" cy="100791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F50D90EF-B7A4-FD25-7ECC-C5A41831268C}"/>
              </a:ext>
            </a:extLst>
          </p:cNvPr>
          <p:cNvSpPr>
            <a:spLocks noGrp="1"/>
          </p:cNvSpPr>
          <p:nvPr>
            <p:ph type="subTitle" idx="1"/>
          </p:nvPr>
        </p:nvSpPr>
        <p:spPr>
          <a:xfrm>
            <a:off x="-2" y="1049959"/>
            <a:ext cx="12192002" cy="5808040"/>
          </a:xfrm>
          <a:solidFill>
            <a:schemeClr val="bg2">
              <a:lumMod val="90000"/>
            </a:schemeClr>
          </a:solidFill>
        </p:spPr>
        <p:txBody>
          <a:bodyPr>
            <a:normAutofit/>
          </a:bodyPr>
          <a:lstStyle/>
          <a:p>
            <a:endParaRPr lang="en-US" sz="2800" i="1" dirty="0"/>
          </a:p>
          <a:p>
            <a:r>
              <a:rPr lang="en-US" sz="2800" i="1" dirty="0"/>
              <a:t>                             9.Does the payment method have a </a:t>
            </a:r>
            <a:r>
              <a:rPr lang="en-US" sz="2800" i="1" dirty="0" err="1"/>
              <a:t>realation</a:t>
            </a:r>
            <a:r>
              <a:rPr lang="en-US" sz="2800" i="1" dirty="0"/>
              <a:t> with other columns?</a:t>
            </a:r>
          </a:p>
        </p:txBody>
      </p:sp>
      <p:sp>
        <p:nvSpPr>
          <p:cNvPr id="11" name="Scroll: Vertical 10">
            <a:extLst>
              <a:ext uri="{FF2B5EF4-FFF2-40B4-BE49-F238E27FC236}">
                <a16:creationId xmlns:a16="http://schemas.microsoft.com/office/drawing/2014/main" id="{7BBE9C06-7C7F-85EE-A5F5-A5B1DE71E030}"/>
              </a:ext>
            </a:extLst>
          </p:cNvPr>
          <p:cNvSpPr/>
          <p:nvPr/>
        </p:nvSpPr>
        <p:spPr>
          <a:xfrm>
            <a:off x="0" y="152399"/>
            <a:ext cx="2597727" cy="3865418"/>
          </a:xfrm>
          <a:prstGeom prst="verticalScroll">
            <a:avLst>
              <a:gd name="adj" fmla="val 13539"/>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t>Payment choices differ by age gender, and category, reflecting diverse customer preferences</a:t>
            </a:r>
          </a:p>
          <a:p>
            <a:pPr algn="ctr"/>
            <a:r>
              <a:rPr lang="en-US" b="1" i="1"/>
              <a:t>Customer trends</a:t>
            </a:r>
            <a:endParaRPr lang="en-IN" b="1" i="1"/>
          </a:p>
        </p:txBody>
      </p:sp>
      <p:pic>
        <p:nvPicPr>
          <p:cNvPr id="5" name="Graphic 4">
            <a:extLst>
              <a:ext uri="{FF2B5EF4-FFF2-40B4-BE49-F238E27FC236}">
                <a16:creationId xmlns:a16="http://schemas.microsoft.com/office/drawing/2014/main" id="{74EFB7F7-B011-875F-432A-67C9D22D98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05236" y="2627586"/>
            <a:ext cx="4581525" cy="365760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149F39AE-96C3-84C8-9340-8A91468BC0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64467" y="4056993"/>
            <a:ext cx="3038899" cy="2695951"/>
          </a:xfrm>
          <a:prstGeom prst="rect">
            <a:avLst/>
          </a:prstGeom>
        </p:spPr>
      </p:pic>
    </p:spTree>
    <p:extLst>
      <p:ext uri="{BB962C8B-B14F-4D97-AF65-F5344CB8AC3E}">
        <p14:creationId xmlns:p14="http://schemas.microsoft.com/office/powerpoint/2010/main" val="2154785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F924C-F598-0539-BF74-2BDD666A6E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CA541-FF67-DA70-166E-7670791EC13D}"/>
              </a:ext>
            </a:extLst>
          </p:cNvPr>
          <p:cNvSpPr>
            <a:spLocks noGrp="1"/>
          </p:cNvSpPr>
          <p:nvPr>
            <p:ph type="ctrTitle"/>
          </p:nvPr>
        </p:nvSpPr>
        <p:spPr>
          <a:xfrm>
            <a:off x="0" y="36785"/>
            <a:ext cx="12192000" cy="100791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6B94F3E7-A818-FA56-BF86-F311084AAF95}"/>
              </a:ext>
            </a:extLst>
          </p:cNvPr>
          <p:cNvSpPr>
            <a:spLocks noGrp="1"/>
          </p:cNvSpPr>
          <p:nvPr>
            <p:ph type="subTitle" idx="1"/>
          </p:nvPr>
        </p:nvSpPr>
        <p:spPr>
          <a:xfrm>
            <a:off x="0" y="1044703"/>
            <a:ext cx="12192000" cy="6078682"/>
          </a:xfrm>
          <a:solidFill>
            <a:schemeClr val="bg2">
              <a:lumMod val="90000"/>
            </a:schemeClr>
          </a:solidFill>
        </p:spPr>
        <p:txBody>
          <a:bodyPr>
            <a:normAutofit/>
          </a:bodyPr>
          <a:lstStyle/>
          <a:p>
            <a:endParaRPr lang="en-US" sz="2800" i="1"/>
          </a:p>
          <a:p>
            <a:r>
              <a:rPr lang="en-US" sz="2800" i="1"/>
              <a:t>                             10.How is the distribution of the payment method?</a:t>
            </a:r>
          </a:p>
        </p:txBody>
      </p:sp>
      <p:sp>
        <p:nvSpPr>
          <p:cNvPr id="11" name="Scroll: Vertical 10">
            <a:extLst>
              <a:ext uri="{FF2B5EF4-FFF2-40B4-BE49-F238E27FC236}">
                <a16:creationId xmlns:a16="http://schemas.microsoft.com/office/drawing/2014/main" id="{62BB3841-72BB-5AF0-BCC9-C2E79E6E664E}"/>
              </a:ext>
            </a:extLst>
          </p:cNvPr>
          <p:cNvSpPr/>
          <p:nvPr/>
        </p:nvSpPr>
        <p:spPr>
          <a:xfrm>
            <a:off x="0" y="152399"/>
            <a:ext cx="2597727" cy="3865418"/>
          </a:xfrm>
          <a:prstGeom prst="verticalScroll">
            <a:avLst>
              <a:gd name="adj" fmla="val 13539"/>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a:t>A cash payment method dominate transactions, confirming strong customer </a:t>
            </a:r>
            <a:r>
              <a:rPr lang="en-US" b="1" i="1" err="1"/>
              <a:t>prefenince</a:t>
            </a:r>
            <a:endParaRPr lang="en-US" b="1" i="1"/>
          </a:p>
          <a:p>
            <a:pPr algn="ctr"/>
            <a:r>
              <a:rPr lang="en-US" b="1" i="1"/>
              <a:t> trends</a:t>
            </a:r>
            <a:endParaRPr lang="en-IN" b="1" i="1"/>
          </a:p>
        </p:txBody>
      </p:sp>
      <p:pic>
        <p:nvPicPr>
          <p:cNvPr id="7" name="Graphic 6">
            <a:extLst>
              <a:ext uri="{FF2B5EF4-FFF2-40B4-BE49-F238E27FC236}">
                <a16:creationId xmlns:a16="http://schemas.microsoft.com/office/drawing/2014/main" id="{D0784EAD-228D-2146-8274-E1B688DFEB0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41987" y="2375339"/>
            <a:ext cx="4844776" cy="3360518"/>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619B0DD6-DCE6-A69F-7A32-E3D1AA3DFC4B}"/>
              </a:ext>
            </a:extLst>
          </p:cNvPr>
          <p:cNvPicPr>
            <a:picLocks noChangeAspect="1"/>
          </p:cNvPicPr>
          <p:nvPr/>
        </p:nvPicPr>
        <p:blipFill>
          <a:blip r:embed="rId4"/>
          <a:stretch>
            <a:fillRect/>
          </a:stretch>
        </p:blipFill>
        <p:spPr>
          <a:xfrm>
            <a:off x="9474680" y="4141076"/>
            <a:ext cx="2633237" cy="2737004"/>
          </a:xfrm>
          <a:prstGeom prst="rect">
            <a:avLst/>
          </a:prstGeom>
        </p:spPr>
      </p:pic>
    </p:spTree>
    <p:extLst>
      <p:ext uri="{BB962C8B-B14F-4D97-AF65-F5344CB8AC3E}">
        <p14:creationId xmlns:p14="http://schemas.microsoft.com/office/powerpoint/2010/main" val="258330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BFFE7-CFB0-5EEB-875A-D7B6EB2C1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3FCEC-3535-F94C-CEE1-985D1A90BCC2}"/>
              </a:ext>
            </a:extLst>
          </p:cNvPr>
          <p:cNvSpPr>
            <a:spLocks noGrp="1"/>
          </p:cNvSpPr>
          <p:nvPr>
            <p:ph type="ctrTitle"/>
          </p:nvPr>
        </p:nvSpPr>
        <p:spPr>
          <a:xfrm>
            <a:off x="0" y="34717"/>
            <a:ext cx="12192000" cy="100791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F91E89DD-BBFC-CC27-E26A-5D12E44DA039}"/>
              </a:ext>
            </a:extLst>
          </p:cNvPr>
          <p:cNvSpPr>
            <a:spLocks noGrp="1"/>
          </p:cNvSpPr>
          <p:nvPr>
            <p:ph type="subTitle" idx="1"/>
          </p:nvPr>
        </p:nvSpPr>
        <p:spPr>
          <a:xfrm>
            <a:off x="0" y="1021649"/>
            <a:ext cx="12192000" cy="6078682"/>
          </a:xfrm>
          <a:solidFill>
            <a:schemeClr val="bg2">
              <a:lumMod val="90000"/>
            </a:schemeClr>
          </a:solidFill>
        </p:spPr>
        <p:txBody>
          <a:bodyPr>
            <a:normAutofit/>
          </a:bodyPr>
          <a:lstStyle/>
          <a:p>
            <a:endParaRPr lang="en-US" sz="2800" i="1"/>
          </a:p>
          <a:p>
            <a:r>
              <a:rPr lang="en-US" sz="2800" i="1"/>
              <a:t>                             </a:t>
            </a:r>
          </a:p>
        </p:txBody>
      </p:sp>
      <p:sp>
        <p:nvSpPr>
          <p:cNvPr id="4" name="Block Arc 3">
            <a:extLst>
              <a:ext uri="{FF2B5EF4-FFF2-40B4-BE49-F238E27FC236}">
                <a16:creationId xmlns:a16="http://schemas.microsoft.com/office/drawing/2014/main" id="{13AD6970-C94E-AC81-84CB-029D9585DD65}"/>
              </a:ext>
            </a:extLst>
          </p:cNvPr>
          <p:cNvSpPr/>
          <p:nvPr/>
        </p:nvSpPr>
        <p:spPr>
          <a:xfrm>
            <a:off x="2877687" y="3553555"/>
            <a:ext cx="5953991" cy="4151167"/>
          </a:xfrm>
          <a:prstGeom prst="blockArc">
            <a:avLst>
              <a:gd name="adj1" fmla="val 9541327"/>
              <a:gd name="adj2" fmla="val 1526181"/>
              <a:gd name="adj3" fmla="val 28090"/>
            </a:avLst>
          </a:prstGeom>
          <a:solidFill>
            <a:schemeClr val="tx2">
              <a:lumMod val="75000"/>
              <a:lumOff val="2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tx1"/>
              </a:solidFill>
            </a:endParaRPr>
          </a:p>
        </p:txBody>
      </p:sp>
      <p:cxnSp>
        <p:nvCxnSpPr>
          <p:cNvPr id="7" name="Straight Connector 6">
            <a:extLst>
              <a:ext uri="{FF2B5EF4-FFF2-40B4-BE49-F238E27FC236}">
                <a16:creationId xmlns:a16="http://schemas.microsoft.com/office/drawing/2014/main" id="{70862DD2-C28F-40FE-77A7-F68CDD08B956}"/>
              </a:ext>
            </a:extLst>
          </p:cNvPr>
          <p:cNvCxnSpPr>
            <a:cxnSpLocks/>
          </p:cNvCxnSpPr>
          <p:nvPr/>
        </p:nvCxnSpPr>
        <p:spPr>
          <a:xfrm>
            <a:off x="3674305" y="4217069"/>
            <a:ext cx="960757" cy="691262"/>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A718159-8EAB-5D1C-5918-30E406663CA4}"/>
              </a:ext>
            </a:extLst>
          </p:cNvPr>
          <p:cNvCxnSpPr>
            <a:cxnSpLocks/>
          </p:cNvCxnSpPr>
          <p:nvPr/>
        </p:nvCxnSpPr>
        <p:spPr>
          <a:xfrm>
            <a:off x="5949276" y="3531361"/>
            <a:ext cx="0" cy="115065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DCC23F3-2F74-1030-53A7-27853351484C}"/>
              </a:ext>
            </a:extLst>
          </p:cNvPr>
          <p:cNvCxnSpPr>
            <a:cxnSpLocks/>
          </p:cNvCxnSpPr>
          <p:nvPr/>
        </p:nvCxnSpPr>
        <p:spPr>
          <a:xfrm flipV="1">
            <a:off x="7021808" y="4255516"/>
            <a:ext cx="1000573" cy="613639"/>
          </a:xfrm>
          <a:prstGeom prst="line">
            <a:avLst/>
          </a:prstGeom>
        </p:spPr>
        <p:style>
          <a:lnRef idx="2">
            <a:schemeClr val="accent1"/>
          </a:lnRef>
          <a:fillRef idx="0">
            <a:schemeClr val="accent1"/>
          </a:fillRef>
          <a:effectRef idx="1">
            <a:schemeClr val="accent1"/>
          </a:effectRef>
          <a:fontRef idx="minor">
            <a:schemeClr val="tx1"/>
          </a:fontRef>
        </p:style>
      </p:cxnSp>
      <p:sp>
        <p:nvSpPr>
          <p:cNvPr id="20" name="Arrow: Up 19">
            <a:extLst>
              <a:ext uri="{FF2B5EF4-FFF2-40B4-BE49-F238E27FC236}">
                <a16:creationId xmlns:a16="http://schemas.microsoft.com/office/drawing/2014/main" id="{B6D8CA76-1376-2A9B-0316-3CD77A127A6B}"/>
              </a:ext>
            </a:extLst>
          </p:cNvPr>
          <p:cNvSpPr/>
          <p:nvPr/>
        </p:nvSpPr>
        <p:spPr>
          <a:xfrm>
            <a:off x="6480388" y="3763549"/>
            <a:ext cx="809297" cy="91847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38CAADC8-7168-2977-FD91-4F0FBDE3289F}"/>
              </a:ext>
            </a:extLst>
          </p:cNvPr>
          <p:cNvSpPr/>
          <p:nvPr/>
        </p:nvSpPr>
        <p:spPr>
          <a:xfrm>
            <a:off x="7768355" y="5208796"/>
            <a:ext cx="1019504" cy="5885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Left 21">
            <a:extLst>
              <a:ext uri="{FF2B5EF4-FFF2-40B4-BE49-F238E27FC236}">
                <a16:creationId xmlns:a16="http://schemas.microsoft.com/office/drawing/2014/main" id="{0FA5A660-72C4-7105-452B-95F3C31D16E4}"/>
              </a:ext>
            </a:extLst>
          </p:cNvPr>
          <p:cNvSpPr/>
          <p:nvPr/>
        </p:nvSpPr>
        <p:spPr>
          <a:xfrm>
            <a:off x="3064930" y="5085765"/>
            <a:ext cx="849342" cy="834639"/>
          </a:xfrm>
          <a:prstGeom prst="leftArrow">
            <a:avLst>
              <a:gd name="adj1" fmla="val 35965"/>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Up 26">
            <a:extLst>
              <a:ext uri="{FF2B5EF4-FFF2-40B4-BE49-F238E27FC236}">
                <a16:creationId xmlns:a16="http://schemas.microsoft.com/office/drawing/2014/main" id="{DA130D53-5393-2D12-EF10-D75824D2EC02}"/>
              </a:ext>
            </a:extLst>
          </p:cNvPr>
          <p:cNvSpPr/>
          <p:nvPr/>
        </p:nvSpPr>
        <p:spPr>
          <a:xfrm>
            <a:off x="4766492" y="3710461"/>
            <a:ext cx="707962" cy="90496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hought Bubble: Cloud 31">
            <a:extLst>
              <a:ext uri="{FF2B5EF4-FFF2-40B4-BE49-F238E27FC236}">
                <a16:creationId xmlns:a16="http://schemas.microsoft.com/office/drawing/2014/main" id="{DD0FABF8-CD6A-524D-AEA8-13DAABA286BB}"/>
              </a:ext>
            </a:extLst>
          </p:cNvPr>
          <p:cNvSpPr/>
          <p:nvPr/>
        </p:nvSpPr>
        <p:spPr>
          <a:xfrm>
            <a:off x="2729902" y="1272031"/>
            <a:ext cx="3311164" cy="1927573"/>
          </a:xfrm>
          <a:prstGeom prst="cloudCallout">
            <a:avLst>
              <a:gd name="adj1" fmla="val 26463"/>
              <a:gd name="adj2" fmla="val 63591"/>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Age 25-34 and 35-44 show the highest buying activity and spending levels.</a:t>
            </a:r>
            <a:endParaRPr lang="en-IN"/>
          </a:p>
        </p:txBody>
      </p:sp>
      <p:sp>
        <p:nvSpPr>
          <p:cNvPr id="33" name="Thought Bubble: Cloud 32">
            <a:extLst>
              <a:ext uri="{FF2B5EF4-FFF2-40B4-BE49-F238E27FC236}">
                <a16:creationId xmlns:a16="http://schemas.microsoft.com/office/drawing/2014/main" id="{554FAF04-37A8-2C0A-7803-4FD2CA9E1A18}"/>
              </a:ext>
            </a:extLst>
          </p:cNvPr>
          <p:cNvSpPr/>
          <p:nvPr/>
        </p:nvSpPr>
        <p:spPr>
          <a:xfrm>
            <a:off x="8841830" y="3710461"/>
            <a:ext cx="3350170" cy="2346027"/>
          </a:xfrm>
          <a:prstGeom prst="cloudCallout">
            <a:avLst>
              <a:gd name="adj1" fmla="val -32441"/>
              <a:gd name="adj2" fmla="val 6653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Female gender contributes more revenue, making it the primary high-value customer segment.</a:t>
            </a:r>
            <a:endParaRPr lang="en-IN"/>
          </a:p>
        </p:txBody>
      </p:sp>
      <p:sp>
        <p:nvSpPr>
          <p:cNvPr id="34" name="Thought Bubble: Cloud 33">
            <a:extLst>
              <a:ext uri="{FF2B5EF4-FFF2-40B4-BE49-F238E27FC236}">
                <a16:creationId xmlns:a16="http://schemas.microsoft.com/office/drawing/2014/main" id="{C46F0351-5399-03A0-69FF-498BDB8579A4}"/>
              </a:ext>
            </a:extLst>
          </p:cNvPr>
          <p:cNvSpPr/>
          <p:nvPr/>
        </p:nvSpPr>
        <p:spPr>
          <a:xfrm>
            <a:off x="7116401" y="1186591"/>
            <a:ext cx="4203240" cy="1927573"/>
          </a:xfrm>
          <a:prstGeom prst="cloudCallout">
            <a:avLst>
              <a:gd name="adj1" fmla="val -27075"/>
              <a:gd name="adj2" fmla="val 75594"/>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Top-performing categories generate a major share of total sales, driving business growth overall</a:t>
            </a:r>
            <a:endParaRPr lang="en-IN"/>
          </a:p>
        </p:txBody>
      </p:sp>
      <p:sp>
        <p:nvSpPr>
          <p:cNvPr id="35" name="Thought Bubble: Cloud 34">
            <a:extLst>
              <a:ext uri="{FF2B5EF4-FFF2-40B4-BE49-F238E27FC236}">
                <a16:creationId xmlns:a16="http://schemas.microsoft.com/office/drawing/2014/main" id="{3FE29377-A4C5-0EBC-01C9-6C1956A23676}"/>
              </a:ext>
            </a:extLst>
          </p:cNvPr>
          <p:cNvSpPr/>
          <p:nvPr/>
        </p:nvSpPr>
        <p:spPr>
          <a:xfrm>
            <a:off x="182529" y="3429000"/>
            <a:ext cx="2547373" cy="2398986"/>
          </a:xfrm>
          <a:prstGeom prst="cloudCallout">
            <a:avLst>
              <a:gd name="adj1" fmla="val 50099"/>
              <a:gd name="adj2" fmla="val 6078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Cash &amp; Cards are the most preferred modes </a:t>
            </a:r>
            <a:endParaRPr lang="en-IN"/>
          </a:p>
        </p:txBody>
      </p:sp>
      <p:pic>
        <p:nvPicPr>
          <p:cNvPr id="36" name="Picture 4" descr="Data analysis - Free electronics icons">
            <a:extLst>
              <a:ext uri="{FF2B5EF4-FFF2-40B4-BE49-F238E27FC236}">
                <a16:creationId xmlns:a16="http://schemas.microsoft.com/office/drawing/2014/main" id="{D3030442-3939-DC52-ECDC-F3C80D7C5C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8033" y="4940986"/>
            <a:ext cx="2785241" cy="1613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22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4EDF9-B365-1E0C-EF2F-9EB4FE5F2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5D46C-2E64-4DB2-AD0F-B090829ACD13}"/>
              </a:ext>
            </a:extLst>
          </p:cNvPr>
          <p:cNvSpPr>
            <a:spLocks noGrp="1"/>
          </p:cNvSpPr>
          <p:nvPr>
            <p:ph type="ctrTitle"/>
          </p:nvPr>
        </p:nvSpPr>
        <p:spPr>
          <a:xfrm>
            <a:off x="0" y="15228"/>
            <a:ext cx="12192000" cy="100791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3A9D6BCE-F189-2A7D-EA01-77BE6F6AFF35}"/>
              </a:ext>
            </a:extLst>
          </p:cNvPr>
          <p:cNvSpPr>
            <a:spLocks noGrp="1"/>
          </p:cNvSpPr>
          <p:nvPr>
            <p:ph type="subTitle" idx="1"/>
          </p:nvPr>
        </p:nvSpPr>
        <p:spPr>
          <a:xfrm>
            <a:off x="0" y="1010008"/>
            <a:ext cx="12192000" cy="6078682"/>
          </a:xfrm>
          <a:solidFill>
            <a:schemeClr val="bg2">
              <a:lumMod val="90000"/>
            </a:schemeClr>
          </a:solidFill>
        </p:spPr>
        <p:txBody>
          <a:bodyPr>
            <a:normAutofit/>
          </a:bodyPr>
          <a:lstStyle/>
          <a:p>
            <a:r>
              <a:rPr lang="en-US" sz="3200" i="1"/>
              <a:t>BUSINESS RECOMMENDATION</a:t>
            </a:r>
          </a:p>
        </p:txBody>
      </p:sp>
      <p:cxnSp>
        <p:nvCxnSpPr>
          <p:cNvPr id="6" name="Straight Connector 5">
            <a:extLst>
              <a:ext uri="{FF2B5EF4-FFF2-40B4-BE49-F238E27FC236}">
                <a16:creationId xmlns:a16="http://schemas.microsoft.com/office/drawing/2014/main" id="{92EDAA31-180A-1896-06AA-0E3DAAC0290E}"/>
              </a:ext>
            </a:extLst>
          </p:cNvPr>
          <p:cNvCxnSpPr>
            <a:cxnSpLocks/>
          </p:cNvCxnSpPr>
          <p:nvPr/>
        </p:nvCxnSpPr>
        <p:spPr>
          <a:xfrm>
            <a:off x="977461" y="2039007"/>
            <a:ext cx="9963808" cy="0"/>
          </a:xfrm>
          <a:prstGeom prst="line">
            <a:avLst/>
          </a:prstGeom>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615D4E95-A86F-86B5-C515-BF361DE6845A}"/>
              </a:ext>
            </a:extLst>
          </p:cNvPr>
          <p:cNvSpPr/>
          <p:nvPr/>
        </p:nvSpPr>
        <p:spPr>
          <a:xfrm>
            <a:off x="530773" y="1555532"/>
            <a:ext cx="1392620" cy="104052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EE461041-EEA7-88CD-777E-E09214B77B1A}"/>
              </a:ext>
            </a:extLst>
          </p:cNvPr>
          <p:cNvSpPr/>
          <p:nvPr/>
        </p:nvSpPr>
        <p:spPr>
          <a:xfrm>
            <a:off x="3215517" y="1576357"/>
            <a:ext cx="1303283" cy="104052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55645953-30EF-1639-C0B0-294E3AF02F0B}"/>
              </a:ext>
            </a:extLst>
          </p:cNvPr>
          <p:cNvSpPr/>
          <p:nvPr/>
        </p:nvSpPr>
        <p:spPr>
          <a:xfrm>
            <a:off x="5667704" y="1518745"/>
            <a:ext cx="1392620" cy="104052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805AC5D9-10F0-B8F3-11A5-B12672F5E5B8}"/>
              </a:ext>
            </a:extLst>
          </p:cNvPr>
          <p:cNvSpPr/>
          <p:nvPr/>
        </p:nvSpPr>
        <p:spPr>
          <a:xfrm>
            <a:off x="8156028" y="1518745"/>
            <a:ext cx="1392620" cy="104052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3CBC8FD5-F833-B437-9305-6AEEA1FB4A9E}"/>
              </a:ext>
            </a:extLst>
          </p:cNvPr>
          <p:cNvSpPr/>
          <p:nvPr/>
        </p:nvSpPr>
        <p:spPr>
          <a:xfrm>
            <a:off x="10870325" y="1489841"/>
            <a:ext cx="1392620" cy="117190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6" descr="211,600+ Data Analysis Icon Stock Illustrations, Royalty-Free Vector  Graphics &amp; Clip Art - iStock | Data analysis icon set, Data analysis icon  editable">
            <a:extLst>
              <a:ext uri="{FF2B5EF4-FFF2-40B4-BE49-F238E27FC236}">
                <a16:creationId xmlns:a16="http://schemas.microsoft.com/office/drawing/2014/main" id="{94AA4AA5-7E3F-750E-7800-F22573B07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8435" y="1787236"/>
            <a:ext cx="894511" cy="589562"/>
          </a:xfrm>
          <a:prstGeom prst="rect">
            <a:avLst/>
          </a:prstGeom>
          <a:solidFill>
            <a:schemeClr val="accent2">
              <a:lumMod val="75000"/>
            </a:schemeClr>
          </a:solidFill>
        </p:spPr>
      </p:pic>
      <p:pic>
        <p:nvPicPr>
          <p:cNvPr id="22" name="Picture 2" descr="Data Analyst 3d Icon With Innovative ...">
            <a:extLst>
              <a:ext uri="{FF2B5EF4-FFF2-40B4-BE49-F238E27FC236}">
                <a16:creationId xmlns:a16="http://schemas.microsoft.com/office/drawing/2014/main" id="{E4F7EA25-624A-C777-B645-02ABC79FAE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714" y="1674558"/>
            <a:ext cx="990600" cy="728898"/>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descr="Data Analytics Icon SVG Vector &amp; PNG Free Download | UXWing">
            <a:extLst>
              <a:ext uri="{FF2B5EF4-FFF2-40B4-BE49-F238E27FC236}">
                <a16:creationId xmlns:a16="http://schemas.microsoft.com/office/drawing/2014/main" id="{28AB0D0C-B858-E14C-8143-79082DBF10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6353" y="1714609"/>
            <a:ext cx="651969" cy="72236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8" descr="Design Icon Stock Illustrations – 19,346,235 Design Icon Stock  Illustrations, Vectors &amp; Clipart - Dreamstime">
            <a:extLst>
              <a:ext uri="{FF2B5EF4-FFF2-40B4-BE49-F238E27FC236}">
                <a16:creationId xmlns:a16="http://schemas.microsoft.com/office/drawing/2014/main" id="{0F3BA050-CF46-91CE-BF5A-0B2DCDEF51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1846" y="1756261"/>
            <a:ext cx="1040523" cy="68071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0" descr="Data Analysis Line Icon Vector Analytics Stock Vector (Royalty Free)  1660429978 | Shutterstock">
            <a:extLst>
              <a:ext uri="{FF2B5EF4-FFF2-40B4-BE49-F238E27FC236}">
                <a16:creationId xmlns:a16="http://schemas.microsoft.com/office/drawing/2014/main" id="{5DCE6D57-20B8-0726-643A-BF86E9976E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879" y="1648087"/>
            <a:ext cx="681555" cy="842762"/>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a:extLst>
              <a:ext uri="{FF2B5EF4-FFF2-40B4-BE49-F238E27FC236}">
                <a16:creationId xmlns:a16="http://schemas.microsoft.com/office/drawing/2014/main" id="{0D85E0DB-2674-F902-1EDC-95243D384B69}"/>
              </a:ext>
            </a:extLst>
          </p:cNvPr>
          <p:cNvSpPr/>
          <p:nvPr/>
        </p:nvSpPr>
        <p:spPr>
          <a:xfrm>
            <a:off x="244711" y="3298695"/>
            <a:ext cx="2070297" cy="351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 Target High-Performing Age Groupe Focus marketing and loyalty programs on the strong 25-34 and 35-44 customer segments.</a:t>
            </a:r>
            <a:endParaRPr lang="en-IN"/>
          </a:p>
        </p:txBody>
      </p:sp>
      <p:sp>
        <p:nvSpPr>
          <p:cNvPr id="27" name="Rectangle 26">
            <a:extLst>
              <a:ext uri="{FF2B5EF4-FFF2-40B4-BE49-F238E27FC236}">
                <a16:creationId xmlns:a16="http://schemas.microsoft.com/office/drawing/2014/main" id="{F9C9931B-0652-447A-3D7B-1D0C9B713AB1}"/>
              </a:ext>
            </a:extLst>
          </p:cNvPr>
          <p:cNvSpPr/>
          <p:nvPr/>
        </p:nvSpPr>
        <p:spPr>
          <a:xfrm>
            <a:off x="2710679" y="3332781"/>
            <a:ext cx="2070297" cy="3514787"/>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2-Optimize Inventory for Tog Categories Prioritize stock and promotions for high-demand categories especially during peak months</a:t>
            </a:r>
            <a:endParaRPr lang="en-IN"/>
          </a:p>
        </p:txBody>
      </p:sp>
      <p:sp>
        <p:nvSpPr>
          <p:cNvPr id="28" name="Rectangle 27">
            <a:extLst>
              <a:ext uri="{FF2B5EF4-FFF2-40B4-BE49-F238E27FC236}">
                <a16:creationId xmlns:a16="http://schemas.microsoft.com/office/drawing/2014/main" id="{B8F727DF-F605-E58C-E736-A296A2C0221E}"/>
              </a:ext>
            </a:extLst>
          </p:cNvPr>
          <p:cNvSpPr/>
          <p:nvPr/>
        </p:nvSpPr>
        <p:spPr>
          <a:xfrm>
            <a:off x="5273851" y="3298696"/>
            <a:ext cx="2070297" cy="3514787"/>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3. Strengthen Female Focy CampaignaIntroduce targeted offers and product bundles for female shoppers if they drive higher revenue.</a:t>
            </a:r>
            <a:endParaRPr lang="en-IN"/>
          </a:p>
        </p:txBody>
      </p:sp>
      <p:sp>
        <p:nvSpPr>
          <p:cNvPr id="29" name="Rectangle 28">
            <a:extLst>
              <a:ext uri="{FF2B5EF4-FFF2-40B4-BE49-F238E27FC236}">
                <a16:creationId xmlns:a16="http://schemas.microsoft.com/office/drawing/2014/main" id="{EC707258-62E9-4A7A-677E-949CAC9A78A9}"/>
              </a:ext>
            </a:extLst>
          </p:cNvPr>
          <p:cNvSpPr/>
          <p:nvPr/>
        </p:nvSpPr>
        <p:spPr>
          <a:xfrm>
            <a:off x="10121701" y="3313846"/>
            <a:ext cx="2070297" cy="351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5. Deliver Personalized Product </a:t>
            </a:r>
            <a:r>
              <a:rPr lang="en-US" err="1"/>
              <a:t>ReccomendationsUse</a:t>
            </a:r>
            <a:r>
              <a:rPr lang="en-US"/>
              <a:t> age and gender insights to provide customized category suggestions and increase </a:t>
            </a:r>
            <a:endParaRPr lang="en-IN"/>
          </a:p>
        </p:txBody>
      </p:sp>
      <p:sp>
        <p:nvSpPr>
          <p:cNvPr id="30" name="Rectangle 29">
            <a:extLst>
              <a:ext uri="{FF2B5EF4-FFF2-40B4-BE49-F238E27FC236}">
                <a16:creationId xmlns:a16="http://schemas.microsoft.com/office/drawing/2014/main" id="{83DF06A8-BE37-4BE4-8837-7B74E95F5C9A}"/>
              </a:ext>
            </a:extLst>
          </p:cNvPr>
          <p:cNvSpPr/>
          <p:nvPr/>
        </p:nvSpPr>
        <p:spPr>
          <a:xfrm>
            <a:off x="7697776" y="3298696"/>
            <a:ext cx="2070297" cy="3514787"/>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4. Encourage Digital PaymentsBoost UPI &amp; card usage with cash back, discounts, and reward-based incentives</a:t>
            </a:r>
            <a:endParaRPr lang="en-IN"/>
          </a:p>
        </p:txBody>
      </p:sp>
      <p:cxnSp>
        <p:nvCxnSpPr>
          <p:cNvPr id="35" name="Straight Connector 34">
            <a:extLst>
              <a:ext uri="{FF2B5EF4-FFF2-40B4-BE49-F238E27FC236}">
                <a16:creationId xmlns:a16="http://schemas.microsoft.com/office/drawing/2014/main" id="{3F34D6C3-7137-2B61-44DE-D30E0D81A94B}"/>
              </a:ext>
            </a:extLst>
          </p:cNvPr>
          <p:cNvCxnSpPr/>
          <p:nvPr/>
        </p:nvCxnSpPr>
        <p:spPr>
          <a:xfrm>
            <a:off x="1182655" y="2596056"/>
            <a:ext cx="0" cy="71779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75C96E2-7D14-A83C-E4CB-2A731A1FB4D5}"/>
              </a:ext>
            </a:extLst>
          </p:cNvPr>
          <p:cNvCxnSpPr/>
          <p:nvPr/>
        </p:nvCxnSpPr>
        <p:spPr>
          <a:xfrm>
            <a:off x="3875690" y="2661744"/>
            <a:ext cx="0" cy="681468"/>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606C7A70-7092-FB82-5F5A-56AB811C9F3F}"/>
              </a:ext>
            </a:extLst>
          </p:cNvPr>
          <p:cNvCxnSpPr/>
          <p:nvPr/>
        </p:nvCxnSpPr>
        <p:spPr>
          <a:xfrm>
            <a:off x="6364014" y="2559269"/>
            <a:ext cx="0" cy="783943"/>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5D9410B7-388F-877C-4371-FDCBE10C1565}"/>
              </a:ext>
            </a:extLst>
          </p:cNvPr>
          <p:cNvCxnSpPr>
            <a:stCxn id="19" idx="4"/>
          </p:cNvCxnSpPr>
          <p:nvPr/>
        </p:nvCxnSpPr>
        <p:spPr>
          <a:xfrm flipH="1">
            <a:off x="8852337" y="2559269"/>
            <a:ext cx="1" cy="65689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D06C0082-F5CE-3665-0D51-EDACDD492C89}"/>
              </a:ext>
            </a:extLst>
          </p:cNvPr>
          <p:cNvCxnSpPr/>
          <p:nvPr/>
        </p:nvCxnSpPr>
        <p:spPr>
          <a:xfrm>
            <a:off x="11566635" y="2661744"/>
            <a:ext cx="0" cy="636952"/>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7702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FA552-E4F5-53E6-D97D-28C283F07E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5592FE-C0C6-A374-C18E-D606670590A9}"/>
              </a:ext>
            </a:extLst>
          </p:cNvPr>
          <p:cNvSpPr>
            <a:spLocks noGrp="1"/>
          </p:cNvSpPr>
          <p:nvPr>
            <p:ph type="ctrTitle"/>
          </p:nvPr>
        </p:nvSpPr>
        <p:spPr>
          <a:xfrm>
            <a:off x="0" y="0"/>
            <a:ext cx="12192000" cy="1048870"/>
          </a:xfrm>
          <a:solidFill>
            <a:schemeClr val="bg2">
              <a:lumMod val="90000"/>
            </a:schemeClr>
          </a:solidFill>
        </p:spPr>
        <p:txBody>
          <a:bodyPr>
            <a:normAutofit fontScale="90000"/>
          </a:bodyPr>
          <a:lstStyle/>
          <a:p>
            <a:br>
              <a:rPr lang="en-US" dirty="0"/>
            </a:br>
            <a:br>
              <a:rPr lang="en-US" dirty="0"/>
            </a:br>
            <a:br>
              <a:rPr lang="en-US" dirty="0"/>
            </a:br>
            <a:r>
              <a:rPr lang="en-US" dirty="0"/>
              <a:t>Customer Data Analysis </a:t>
            </a:r>
            <a:endParaRPr lang="en-IN" dirty="0"/>
          </a:p>
        </p:txBody>
      </p:sp>
      <p:sp>
        <p:nvSpPr>
          <p:cNvPr id="3" name="Subtitle 2">
            <a:extLst>
              <a:ext uri="{FF2B5EF4-FFF2-40B4-BE49-F238E27FC236}">
                <a16:creationId xmlns:a16="http://schemas.microsoft.com/office/drawing/2014/main" id="{6968EC2B-8434-5C3F-3FFC-AB237676F8F3}"/>
              </a:ext>
            </a:extLst>
          </p:cNvPr>
          <p:cNvSpPr>
            <a:spLocks noGrp="1"/>
          </p:cNvSpPr>
          <p:nvPr>
            <p:ph type="subTitle" idx="1"/>
          </p:nvPr>
        </p:nvSpPr>
        <p:spPr>
          <a:xfrm>
            <a:off x="0" y="1048870"/>
            <a:ext cx="12192000" cy="5809130"/>
          </a:xfrm>
          <a:solidFill>
            <a:schemeClr val="bg2">
              <a:lumMod val="90000"/>
            </a:schemeClr>
          </a:solidFill>
        </p:spPr>
        <p:txBody>
          <a:bodyPr>
            <a:normAutofit/>
          </a:bodyPr>
          <a:lstStyle/>
          <a:p>
            <a:endParaRPr lang="en-US" sz="2800" i="1" dirty="0"/>
          </a:p>
          <a:p>
            <a:r>
              <a:rPr lang="en-US" sz="2800" i="1" dirty="0"/>
              <a:t>                             </a:t>
            </a:r>
          </a:p>
        </p:txBody>
      </p:sp>
      <p:pic>
        <p:nvPicPr>
          <p:cNvPr id="5" name="Picture 4" descr="A screenshot of a computer&#10;&#10;AI-generated content may be incorrect.">
            <a:extLst>
              <a:ext uri="{FF2B5EF4-FFF2-40B4-BE49-F238E27FC236}">
                <a16:creationId xmlns:a16="http://schemas.microsoft.com/office/drawing/2014/main" id="{CF0415F0-04BA-BFC5-49A9-ED8919C4FF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311" y="1215614"/>
            <a:ext cx="11435378" cy="5443369"/>
          </a:xfrm>
          <a:prstGeom prst="rect">
            <a:avLst/>
          </a:prstGeom>
        </p:spPr>
      </p:pic>
    </p:spTree>
    <p:extLst>
      <p:ext uri="{BB962C8B-B14F-4D97-AF65-F5344CB8AC3E}">
        <p14:creationId xmlns:p14="http://schemas.microsoft.com/office/powerpoint/2010/main" val="212039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592EA-6577-1816-1851-2447F54C7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E2A3A-ACDA-E923-1632-09DE77527B6F}"/>
              </a:ext>
            </a:extLst>
          </p:cNvPr>
          <p:cNvSpPr>
            <a:spLocks noGrp="1"/>
          </p:cNvSpPr>
          <p:nvPr>
            <p:ph type="ctrTitle"/>
          </p:nvPr>
        </p:nvSpPr>
        <p:spPr>
          <a:xfrm>
            <a:off x="0" y="0"/>
            <a:ext cx="12192000" cy="779318"/>
          </a:xfrm>
          <a:solidFill>
            <a:schemeClr val="bg2">
              <a:lumMod val="90000"/>
            </a:schemeClr>
          </a:solidFill>
        </p:spPr>
        <p:txBody>
          <a:bodyPr>
            <a:normAutofit fontScale="90000"/>
          </a:bodyPr>
          <a:lstStyle/>
          <a:p>
            <a:br>
              <a:rPr lang="en-US" dirty="0"/>
            </a:br>
            <a:br>
              <a:rPr lang="en-US" dirty="0"/>
            </a:br>
            <a:br>
              <a:rPr lang="en-US" dirty="0"/>
            </a:br>
            <a:r>
              <a:rPr lang="en-US" dirty="0"/>
              <a:t>Customer Data Analysis </a:t>
            </a:r>
            <a:endParaRPr lang="en-IN" dirty="0"/>
          </a:p>
        </p:txBody>
      </p:sp>
      <p:sp>
        <p:nvSpPr>
          <p:cNvPr id="3" name="Subtitle 2">
            <a:extLst>
              <a:ext uri="{FF2B5EF4-FFF2-40B4-BE49-F238E27FC236}">
                <a16:creationId xmlns:a16="http://schemas.microsoft.com/office/drawing/2014/main" id="{0F441089-4A95-E672-7176-48F59987AEDF}"/>
              </a:ext>
            </a:extLst>
          </p:cNvPr>
          <p:cNvSpPr>
            <a:spLocks noGrp="1"/>
          </p:cNvSpPr>
          <p:nvPr>
            <p:ph type="subTitle" idx="1"/>
          </p:nvPr>
        </p:nvSpPr>
        <p:spPr>
          <a:xfrm>
            <a:off x="0" y="779318"/>
            <a:ext cx="12192000" cy="6078681"/>
          </a:xfrm>
          <a:solidFill>
            <a:schemeClr val="bg2">
              <a:lumMod val="90000"/>
            </a:schemeClr>
          </a:solidFill>
        </p:spPr>
        <p:txBody>
          <a:bodyPr>
            <a:normAutofit/>
          </a:bodyPr>
          <a:lstStyle/>
          <a:p>
            <a:endParaRPr lang="en-US" sz="2800" i="1" dirty="0"/>
          </a:p>
          <a:p>
            <a:r>
              <a:rPr lang="en-US" sz="2800" i="1" dirty="0"/>
              <a:t>                             </a:t>
            </a:r>
          </a:p>
        </p:txBody>
      </p:sp>
      <p:pic>
        <p:nvPicPr>
          <p:cNvPr id="5" name="Picture 4" descr="A screenshot of a computer&#10;&#10;AI-generated content may be incorrect.">
            <a:extLst>
              <a:ext uri="{FF2B5EF4-FFF2-40B4-BE49-F238E27FC236}">
                <a16:creationId xmlns:a16="http://schemas.microsoft.com/office/drawing/2014/main" id="{D7E14477-5C77-00EA-96F1-3287EF149D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974025"/>
            <a:ext cx="11174819" cy="5883974"/>
          </a:xfrm>
          <a:prstGeom prst="rect">
            <a:avLst/>
          </a:prstGeom>
        </p:spPr>
      </p:pic>
    </p:spTree>
    <p:extLst>
      <p:ext uri="{BB962C8B-B14F-4D97-AF65-F5344CB8AC3E}">
        <p14:creationId xmlns:p14="http://schemas.microsoft.com/office/powerpoint/2010/main" val="771235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A6AF3-1A9F-0861-D8E8-F88EBFE9F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8D9BF-D489-088E-1566-85B57F6F1A27}"/>
              </a:ext>
            </a:extLst>
          </p:cNvPr>
          <p:cNvSpPr>
            <a:spLocks noGrp="1"/>
          </p:cNvSpPr>
          <p:nvPr>
            <p:ph type="ctrTitle"/>
          </p:nvPr>
        </p:nvSpPr>
        <p:spPr>
          <a:xfrm>
            <a:off x="0" y="0"/>
            <a:ext cx="12192000" cy="779318"/>
          </a:xfrm>
          <a:solidFill>
            <a:schemeClr val="bg2">
              <a:lumMod val="90000"/>
            </a:schemeClr>
          </a:solidFill>
        </p:spPr>
        <p:txBody>
          <a:bodyPr>
            <a:normAutofit fontScale="90000"/>
          </a:bodyPr>
          <a:lstStyle/>
          <a:p>
            <a:br>
              <a:rPr lang="en-US" dirty="0"/>
            </a:br>
            <a:br>
              <a:rPr lang="en-US" dirty="0"/>
            </a:br>
            <a:br>
              <a:rPr lang="en-US" dirty="0"/>
            </a:br>
            <a:r>
              <a:rPr lang="en-US" dirty="0"/>
              <a:t>Customer Data Analysis </a:t>
            </a:r>
            <a:endParaRPr lang="en-IN" dirty="0"/>
          </a:p>
        </p:txBody>
      </p:sp>
      <p:sp>
        <p:nvSpPr>
          <p:cNvPr id="3" name="Subtitle 2">
            <a:extLst>
              <a:ext uri="{FF2B5EF4-FFF2-40B4-BE49-F238E27FC236}">
                <a16:creationId xmlns:a16="http://schemas.microsoft.com/office/drawing/2014/main" id="{C1BDEB1F-EB4F-23A3-B1F5-A19D490DC3B4}"/>
              </a:ext>
            </a:extLst>
          </p:cNvPr>
          <p:cNvSpPr>
            <a:spLocks noGrp="1"/>
          </p:cNvSpPr>
          <p:nvPr>
            <p:ph type="subTitle" idx="1"/>
          </p:nvPr>
        </p:nvSpPr>
        <p:spPr>
          <a:xfrm>
            <a:off x="0" y="779318"/>
            <a:ext cx="12192000" cy="6078682"/>
          </a:xfrm>
          <a:solidFill>
            <a:schemeClr val="bg2">
              <a:lumMod val="90000"/>
            </a:schemeClr>
          </a:solidFill>
        </p:spPr>
        <p:txBody>
          <a:bodyPr>
            <a:normAutofit/>
          </a:bodyPr>
          <a:lstStyle/>
          <a:p>
            <a:endParaRPr lang="en-US" sz="2800" i="1" dirty="0"/>
          </a:p>
          <a:p>
            <a:r>
              <a:rPr lang="en-US" sz="2800" i="1" dirty="0"/>
              <a:t>                             </a:t>
            </a:r>
          </a:p>
        </p:txBody>
      </p:sp>
      <p:pic>
        <p:nvPicPr>
          <p:cNvPr id="7" name="Picture 6" descr="A screenshot of a computer&#10;&#10;AI-generated content may be incorrect.">
            <a:extLst>
              <a:ext uri="{FF2B5EF4-FFF2-40B4-BE49-F238E27FC236}">
                <a16:creationId xmlns:a16="http://schemas.microsoft.com/office/drawing/2014/main" id="{0792C797-4E08-C902-2DE8-B166105ADD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405" y="934066"/>
            <a:ext cx="10643190" cy="5769186"/>
          </a:xfrm>
          <a:prstGeom prst="rect">
            <a:avLst/>
          </a:prstGeom>
        </p:spPr>
      </p:pic>
    </p:spTree>
    <p:extLst>
      <p:ext uri="{BB962C8B-B14F-4D97-AF65-F5344CB8AC3E}">
        <p14:creationId xmlns:p14="http://schemas.microsoft.com/office/powerpoint/2010/main" val="705227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ECD25-2166-3C78-51EA-6E79251BC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67219-B0A5-B926-8FC6-C9B268EDA240}"/>
              </a:ext>
            </a:extLst>
          </p:cNvPr>
          <p:cNvSpPr>
            <a:spLocks noGrp="1"/>
          </p:cNvSpPr>
          <p:nvPr>
            <p:ph type="ctrTitle"/>
          </p:nvPr>
        </p:nvSpPr>
        <p:spPr>
          <a:xfrm>
            <a:off x="0" y="-228600"/>
            <a:ext cx="12192000" cy="1007918"/>
          </a:xfrm>
          <a:solidFill>
            <a:schemeClr val="bg2">
              <a:lumMod val="90000"/>
            </a:schemeClr>
          </a:solidFill>
        </p:spPr>
        <p:txBody>
          <a:bodyPr>
            <a:normAutofit fontScale="90000"/>
          </a:bodyPr>
          <a:lstStyle/>
          <a:p>
            <a:br>
              <a:rPr lang="en-US"/>
            </a:br>
            <a:br>
              <a:rPr lang="en-US"/>
            </a:br>
            <a:br>
              <a:rPr lang="en-US"/>
            </a:br>
            <a:r>
              <a:rPr lang="en-US"/>
              <a:t>Customer Data Analysis </a:t>
            </a:r>
            <a:endParaRPr lang="en-IN"/>
          </a:p>
        </p:txBody>
      </p:sp>
      <p:sp>
        <p:nvSpPr>
          <p:cNvPr id="3" name="Subtitle 2">
            <a:extLst>
              <a:ext uri="{FF2B5EF4-FFF2-40B4-BE49-F238E27FC236}">
                <a16:creationId xmlns:a16="http://schemas.microsoft.com/office/drawing/2014/main" id="{361CBA9F-6D2B-EC2C-1966-CE86469A2991}"/>
              </a:ext>
            </a:extLst>
          </p:cNvPr>
          <p:cNvSpPr>
            <a:spLocks noGrp="1"/>
          </p:cNvSpPr>
          <p:nvPr>
            <p:ph type="subTitle" idx="1"/>
          </p:nvPr>
        </p:nvSpPr>
        <p:spPr>
          <a:xfrm>
            <a:off x="0" y="779318"/>
            <a:ext cx="12192000" cy="6078682"/>
          </a:xfrm>
          <a:solidFill>
            <a:schemeClr val="bg2">
              <a:lumMod val="90000"/>
            </a:schemeClr>
          </a:solidFill>
        </p:spPr>
        <p:txBody>
          <a:bodyPr>
            <a:normAutofit/>
          </a:bodyPr>
          <a:lstStyle/>
          <a:p>
            <a:endParaRPr lang="en-US" sz="2800" i="1"/>
          </a:p>
          <a:p>
            <a:r>
              <a:rPr lang="en-US" sz="2800" i="1"/>
              <a:t>                             </a:t>
            </a:r>
          </a:p>
        </p:txBody>
      </p:sp>
      <p:pic>
        <p:nvPicPr>
          <p:cNvPr id="5" name="Picture 4" descr="A screenshot of a computer&#10;&#10;AI-generated content may be incorrect.">
            <a:extLst>
              <a:ext uri="{FF2B5EF4-FFF2-40B4-BE49-F238E27FC236}">
                <a16:creationId xmlns:a16="http://schemas.microsoft.com/office/drawing/2014/main" id="{8982C815-B2E7-0E59-3A1C-C076C07784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761" y="771827"/>
            <a:ext cx="10568477" cy="6018819"/>
          </a:xfrm>
          <a:prstGeom prst="rect">
            <a:avLst/>
          </a:prstGeom>
        </p:spPr>
      </p:pic>
    </p:spTree>
    <p:extLst>
      <p:ext uri="{BB962C8B-B14F-4D97-AF65-F5344CB8AC3E}">
        <p14:creationId xmlns:p14="http://schemas.microsoft.com/office/powerpoint/2010/main" val="3712124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ank you presentation Vector Images &amp; Graphics for Commercial Use |  VectorStock">
            <a:extLst>
              <a:ext uri="{FF2B5EF4-FFF2-40B4-BE49-F238E27FC236}">
                <a16:creationId xmlns:a16="http://schemas.microsoft.com/office/drawing/2014/main" id="{6F44E7D9-7F80-51B0-8EF2-893A060DB1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77" y="0"/>
            <a:ext cx="12297878" cy="7018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481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TM03457444[[fn=Basis]]</Template>
  <TotalTime>106</TotalTime>
  <Words>842</Words>
  <Application>Microsoft Office PowerPoint</Application>
  <PresentationFormat>Widescreen</PresentationFormat>
  <Paragraphs>134</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Customer Data Analysis</vt:lpstr>
      <vt:lpstr>Customer Data Analysis</vt:lpstr>
      <vt:lpstr>PowerPoint Presentation</vt:lpstr>
      <vt:lpstr>Customer Data Analysis </vt:lpstr>
      <vt:lpstr> Customer Data Analysis</vt:lpstr>
      <vt:lpstr>Customer Data Analysis</vt:lpstr>
      <vt:lpstr>   Customer Data Analysis </vt:lpstr>
      <vt:lpstr>   Customer Data Analysis </vt:lpstr>
      <vt:lpstr>   Customer Data Analysis </vt:lpstr>
      <vt:lpstr>   Customer Data Analysis </vt:lpstr>
      <vt:lpstr>   Customer Data Analysis </vt:lpstr>
      <vt:lpstr>   Customer Data Analysis </vt:lpstr>
      <vt:lpstr>   Customer Data Analysis </vt:lpstr>
      <vt:lpstr>   Customer Data Analysis </vt:lpstr>
      <vt:lpstr>   Customer Data Analysis </vt:lpstr>
      <vt:lpstr>   Customer Data Analysis </vt:lpstr>
      <vt:lpstr>   Customer Data Analysis </vt:lpstr>
      <vt:lpstr>   Customer Data Analysis </vt:lpstr>
      <vt:lpstr>   Customer Data Analysis </vt:lpstr>
      <vt:lpstr>   Customer Data Analysis </vt:lpstr>
      <vt:lpstr>   Customer Data Analysis </vt:lpstr>
      <vt:lpstr>   Customer Data Analysis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Monika Ramesh</dc:creator>
  <cp:lastModifiedBy>Monika Ramesh</cp:lastModifiedBy>
  <cp:revision>1</cp:revision>
  <dcterms:created xsi:type="dcterms:W3CDTF">2025-12-05T14:37:27Z</dcterms:created>
  <dcterms:modified xsi:type="dcterms:W3CDTF">2025-12-09T12:42:16Z</dcterms:modified>
</cp:coreProperties>
</file>